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Bebas Neue"/>
      <p:regular r:id="rId17"/>
    </p:embeddedFont>
    <p:embeddedFont>
      <p:font typeface="Elsie"/>
      <p:regular r:id="rId18"/>
    </p:embeddedFont>
    <p:embeddedFont>
      <p:font typeface="Albert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F90398-E10F-4654-9C1F-A3927CD301F8}">
  <a:tblStyle styleId="{7BF90398-E10F-4654-9C1F-A3927CD301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bertSans-bold.fntdata"/><Relationship Id="rId22" Type="http://schemas.openxmlformats.org/officeDocument/2006/relationships/font" Target="fonts/AlbertSans-boldItalic.fntdata"/><Relationship Id="rId21" Type="http://schemas.openxmlformats.org/officeDocument/2006/relationships/font" Target="fonts/Albert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BebasNeue-regular.fntdata"/><Relationship Id="rId16" Type="http://schemas.openxmlformats.org/officeDocument/2006/relationships/slide" Target="slides/slide10.xml"/><Relationship Id="rId19" Type="http://schemas.openxmlformats.org/officeDocument/2006/relationships/font" Target="fonts/AlbertSans-regular.fntdata"/><Relationship Id="rId18" Type="http://schemas.openxmlformats.org/officeDocument/2006/relationships/font" Target="fonts/Elsi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1a667c8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1a667c8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1a667c86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1a667c86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1a667c86b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1a667c86b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1a667c86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1a667c86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1a667c86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1a667c86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1a667c86b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1a667c86b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1a667c86b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a1a667c86b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1a667c86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1a667c86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1a667c86b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a1a667c86b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1a667c86b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1a667c86b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1669800" y="1034675"/>
            <a:ext cx="5804400" cy="18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669800" y="3423550"/>
            <a:ext cx="58044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1041106" y="2705343"/>
            <a:ext cx="33873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2084956" y="1608057"/>
            <a:ext cx="129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/>
          <p:nvPr>
            <p:ph idx="3" type="pic"/>
          </p:nvPr>
        </p:nvSpPr>
        <p:spPr>
          <a:xfrm>
            <a:off x="5011994" y="602401"/>
            <a:ext cx="3166500" cy="393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20000" y="1152475"/>
            <a:ext cx="77040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21" name="Google Shape;21;p4"/>
          <p:cNvGrpSpPr/>
          <p:nvPr/>
        </p:nvGrpSpPr>
        <p:grpSpPr>
          <a:xfrm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22" name="Google Shape;22;p4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" name="Google Shape;23;p4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 txBox="1"/>
          <p:nvPr>
            <p:ph idx="1" type="subTitle"/>
          </p:nvPr>
        </p:nvSpPr>
        <p:spPr>
          <a:xfrm>
            <a:off x="1489364" y="1593175"/>
            <a:ext cx="2731500" cy="87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subTitle"/>
          </p:nvPr>
        </p:nvSpPr>
        <p:spPr>
          <a:xfrm>
            <a:off x="4923136" y="1593175"/>
            <a:ext cx="2731500" cy="87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3" type="subTitle"/>
          </p:nvPr>
        </p:nvSpPr>
        <p:spPr>
          <a:xfrm>
            <a:off x="1489364" y="2464625"/>
            <a:ext cx="2731500" cy="17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4" type="subTitle"/>
          </p:nvPr>
        </p:nvSpPr>
        <p:spPr>
          <a:xfrm>
            <a:off x="4923136" y="2464625"/>
            <a:ext cx="2731500" cy="17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1" name="Google Shape;31;p5"/>
          <p:cNvGrpSpPr/>
          <p:nvPr/>
        </p:nvGrpSpPr>
        <p:grpSpPr>
          <a:xfrm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32" name="Google Shape;32;p5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" name="Google Shape;33;p5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4394700" y="445025"/>
            <a:ext cx="3021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7" name="Google Shape;37;p6"/>
          <p:cNvGrpSpPr/>
          <p:nvPr/>
        </p:nvGrpSpPr>
        <p:grpSpPr>
          <a:xfrm>
            <a:off x="3365325" y="4582409"/>
            <a:ext cx="2413350" cy="197700"/>
            <a:chOff x="3365325" y="4582409"/>
            <a:chExt cx="2413350" cy="197700"/>
          </a:xfrm>
        </p:grpSpPr>
        <p:sp>
          <p:nvSpPr>
            <p:cNvPr id="38" name="Google Shape;38;p6"/>
            <p:cNvSpPr/>
            <p:nvPr/>
          </p:nvSpPr>
          <p:spPr>
            <a:xfrm>
              <a:off x="4473159" y="4582409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" name="Google Shape;39;p6"/>
            <p:cNvCxnSpPr/>
            <p:nvPr/>
          </p:nvCxnSpPr>
          <p:spPr>
            <a:xfrm>
              <a:off x="3365325" y="4695525"/>
              <a:ext cx="96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6"/>
            <p:cNvCxnSpPr/>
            <p:nvPr/>
          </p:nvCxnSpPr>
          <p:spPr>
            <a:xfrm>
              <a:off x="4809675" y="4695525"/>
              <a:ext cx="96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4138300" y="705150"/>
            <a:ext cx="4290600" cy="124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138300" y="1948350"/>
            <a:ext cx="4290600" cy="24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" name="Google Shape;45;p7"/>
          <p:cNvSpPr/>
          <p:nvPr>
            <p:ph idx="2" type="pic"/>
          </p:nvPr>
        </p:nvSpPr>
        <p:spPr>
          <a:xfrm>
            <a:off x="715088" y="602401"/>
            <a:ext cx="3166500" cy="393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46" name="Google Shape;46;p7"/>
          <p:cNvGrpSpPr/>
          <p:nvPr/>
        </p:nvGrpSpPr>
        <p:grpSpPr>
          <a:xfrm>
            <a:off x="5900450" y="4608503"/>
            <a:ext cx="2873884" cy="197700"/>
            <a:chOff x="1653525" y="2970747"/>
            <a:chExt cx="2873884" cy="197700"/>
          </a:xfrm>
        </p:grpSpPr>
        <p:sp>
          <p:nvSpPr>
            <p:cNvPr id="47" name="Google Shape;47;p7"/>
            <p:cNvSpPr/>
            <p:nvPr/>
          </p:nvSpPr>
          <p:spPr>
            <a:xfrm>
              <a:off x="4329709" y="2970747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8" name="Google Shape;48;p7"/>
            <p:cNvCxnSpPr/>
            <p:nvPr/>
          </p:nvCxnSpPr>
          <p:spPr>
            <a:xfrm>
              <a:off x="1653525" y="3069600"/>
              <a:ext cx="2527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52" name="Google Shape;52;p8"/>
          <p:cNvGrpSpPr/>
          <p:nvPr/>
        </p:nvGrpSpPr>
        <p:grpSpPr>
          <a:xfrm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53" name="Google Shape;53;p8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" name="Google Shape;54;p8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8" name="Google Shape;58;p9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59" name="Google Shape;59;p9"/>
          <p:cNvGrpSpPr/>
          <p:nvPr/>
        </p:nvGrpSpPr>
        <p:grpSpPr>
          <a:xfrm>
            <a:off x="319434" y="1602875"/>
            <a:ext cx="197700" cy="2279650"/>
            <a:chOff x="319434" y="1213925"/>
            <a:chExt cx="197700" cy="2279650"/>
          </a:xfrm>
        </p:grpSpPr>
        <p:sp>
          <p:nvSpPr>
            <p:cNvPr id="60" name="Google Shape;60;p9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1" name="Google Shape;61;p9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9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3" name="Google Shape;63;p9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64" name="Google Shape;64;p9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5" name="Google Shape;65;p9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9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/>
          <p:nvPr>
            <p:ph idx="2" type="pic"/>
          </p:nvPr>
        </p:nvSpPr>
        <p:spPr>
          <a:xfrm>
            <a:off x="-31650" y="-12150"/>
            <a:ext cx="9207300" cy="5167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720000" y="4035800"/>
            <a:ext cx="6324300" cy="572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1"/>
          <p:cNvSpPr txBox="1"/>
          <p:nvPr>
            <p:ph hasCustomPrompt="1" type="title"/>
          </p:nvPr>
        </p:nvSpPr>
        <p:spPr>
          <a:xfrm>
            <a:off x="1771200" y="1613863"/>
            <a:ext cx="5601600" cy="9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1771200" y="3162438"/>
            <a:ext cx="5601600" cy="3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 txBox="1"/>
          <p:nvPr>
            <p:ph hasCustomPrompt="1" type="title"/>
          </p:nvPr>
        </p:nvSpPr>
        <p:spPr>
          <a:xfrm>
            <a:off x="1895480" y="1396625"/>
            <a:ext cx="1114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/>
          <p:nvPr>
            <p:ph hasCustomPrompt="1" idx="2" type="title"/>
          </p:nvPr>
        </p:nvSpPr>
        <p:spPr>
          <a:xfrm>
            <a:off x="4015966" y="1396625"/>
            <a:ext cx="1114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/>
          <p:nvPr>
            <p:ph hasCustomPrompt="1" idx="3" type="title"/>
          </p:nvPr>
        </p:nvSpPr>
        <p:spPr>
          <a:xfrm>
            <a:off x="6134312" y="1396625"/>
            <a:ext cx="1114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/>
          <p:nvPr>
            <p:ph hasCustomPrompt="1" idx="4" type="title"/>
          </p:nvPr>
        </p:nvSpPr>
        <p:spPr>
          <a:xfrm>
            <a:off x="1895480" y="2805025"/>
            <a:ext cx="1114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hasCustomPrompt="1" idx="5" type="title"/>
          </p:nvPr>
        </p:nvSpPr>
        <p:spPr>
          <a:xfrm>
            <a:off x="4015966" y="2805025"/>
            <a:ext cx="1114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hasCustomPrompt="1" idx="6" type="title"/>
          </p:nvPr>
        </p:nvSpPr>
        <p:spPr>
          <a:xfrm>
            <a:off x="6134312" y="2805025"/>
            <a:ext cx="1114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idx="7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subTitle"/>
          </p:nvPr>
        </p:nvSpPr>
        <p:spPr>
          <a:xfrm>
            <a:off x="1431980" y="1990025"/>
            <a:ext cx="2041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8" type="subTitle"/>
          </p:nvPr>
        </p:nvSpPr>
        <p:spPr>
          <a:xfrm>
            <a:off x="3552466" y="1990025"/>
            <a:ext cx="2041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9" type="subTitle"/>
          </p:nvPr>
        </p:nvSpPr>
        <p:spPr>
          <a:xfrm>
            <a:off x="5670812" y="1990025"/>
            <a:ext cx="2041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3" type="subTitle"/>
          </p:nvPr>
        </p:nvSpPr>
        <p:spPr>
          <a:xfrm>
            <a:off x="1431993" y="3398425"/>
            <a:ext cx="2041200" cy="80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4" type="subTitle"/>
          </p:nvPr>
        </p:nvSpPr>
        <p:spPr>
          <a:xfrm>
            <a:off x="3552477" y="3398425"/>
            <a:ext cx="2041200" cy="80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5" type="subTitle"/>
          </p:nvPr>
        </p:nvSpPr>
        <p:spPr>
          <a:xfrm>
            <a:off x="5670820" y="3398425"/>
            <a:ext cx="2041200" cy="80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grpSp>
        <p:nvGrpSpPr>
          <p:cNvPr id="90" name="Google Shape;90;p13"/>
          <p:cNvGrpSpPr/>
          <p:nvPr/>
        </p:nvGrpSpPr>
        <p:grpSpPr>
          <a:xfrm>
            <a:off x="319434" y="1602875"/>
            <a:ext cx="197700" cy="2279650"/>
            <a:chOff x="319434" y="1213925"/>
            <a:chExt cx="197700" cy="2279650"/>
          </a:xfrm>
        </p:grpSpPr>
        <p:sp>
          <p:nvSpPr>
            <p:cNvPr id="91" name="Google Shape;91;p13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13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" name="Google Shape;94;p13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95" name="Google Shape;95;p13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6" name="Google Shape;96;p13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13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720000" y="445025"/>
            <a:ext cx="475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01" name="Google Shape;101;p14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102" name="Google Shape;102;p14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3" name="Google Shape;103;p14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14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08" name="Google Shape;108;p15"/>
          <p:cNvGrpSpPr/>
          <p:nvPr/>
        </p:nvGrpSpPr>
        <p:grpSpPr>
          <a:xfrm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109" name="Google Shape;109;p15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" name="Google Shape;110;p15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14" name="Google Shape;114;p16"/>
          <p:cNvGrpSpPr/>
          <p:nvPr/>
        </p:nvGrpSpPr>
        <p:grpSpPr>
          <a:xfrm>
            <a:off x="319434" y="1602875"/>
            <a:ext cx="197700" cy="2279650"/>
            <a:chOff x="319434" y="1213925"/>
            <a:chExt cx="197700" cy="2279650"/>
          </a:xfrm>
        </p:grpSpPr>
        <p:sp>
          <p:nvSpPr>
            <p:cNvPr id="115" name="Google Shape;115;p16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" name="Google Shape;116;p16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" name="Google Shape;117;p16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 txBox="1"/>
          <p:nvPr>
            <p:ph idx="1" type="subTitle"/>
          </p:nvPr>
        </p:nvSpPr>
        <p:spPr>
          <a:xfrm>
            <a:off x="720000" y="1212525"/>
            <a:ext cx="7704000" cy="29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22" name="Google Shape;122;p17"/>
          <p:cNvGrpSpPr/>
          <p:nvPr/>
        </p:nvGrpSpPr>
        <p:grpSpPr>
          <a:xfrm>
            <a:off x="3365325" y="4582409"/>
            <a:ext cx="2413350" cy="197700"/>
            <a:chOff x="3365325" y="4582409"/>
            <a:chExt cx="2413350" cy="197700"/>
          </a:xfrm>
        </p:grpSpPr>
        <p:sp>
          <p:nvSpPr>
            <p:cNvPr id="123" name="Google Shape;123;p17"/>
            <p:cNvSpPr/>
            <p:nvPr/>
          </p:nvSpPr>
          <p:spPr>
            <a:xfrm>
              <a:off x="4473159" y="4582409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4" name="Google Shape;124;p17"/>
            <p:cNvCxnSpPr/>
            <p:nvPr/>
          </p:nvCxnSpPr>
          <p:spPr>
            <a:xfrm>
              <a:off x="3365325" y="4695525"/>
              <a:ext cx="96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17"/>
            <p:cNvCxnSpPr/>
            <p:nvPr/>
          </p:nvCxnSpPr>
          <p:spPr>
            <a:xfrm>
              <a:off x="4809675" y="4695525"/>
              <a:ext cx="96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 txBox="1"/>
          <p:nvPr>
            <p:ph idx="1" type="subTitle"/>
          </p:nvPr>
        </p:nvSpPr>
        <p:spPr>
          <a:xfrm>
            <a:off x="720000" y="1212525"/>
            <a:ext cx="7704000" cy="9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9" name="Google Shape;12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30" name="Google Shape;130;p18"/>
          <p:cNvGrpSpPr/>
          <p:nvPr/>
        </p:nvGrpSpPr>
        <p:grpSpPr>
          <a:xfrm>
            <a:off x="3365325" y="4582409"/>
            <a:ext cx="2413350" cy="197700"/>
            <a:chOff x="3365325" y="4582409"/>
            <a:chExt cx="2413350" cy="197700"/>
          </a:xfrm>
        </p:grpSpPr>
        <p:sp>
          <p:nvSpPr>
            <p:cNvPr id="131" name="Google Shape;131;p18"/>
            <p:cNvSpPr/>
            <p:nvPr/>
          </p:nvSpPr>
          <p:spPr>
            <a:xfrm>
              <a:off x="4473159" y="4582409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2" name="Google Shape;132;p18"/>
            <p:cNvCxnSpPr/>
            <p:nvPr/>
          </p:nvCxnSpPr>
          <p:spPr>
            <a:xfrm>
              <a:off x="3365325" y="4695525"/>
              <a:ext cx="96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" name="Google Shape;133;p18"/>
            <p:cNvCxnSpPr/>
            <p:nvPr/>
          </p:nvCxnSpPr>
          <p:spPr>
            <a:xfrm>
              <a:off x="4809675" y="4695525"/>
              <a:ext cx="969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 txBox="1"/>
          <p:nvPr>
            <p:ph idx="1" type="subTitle"/>
          </p:nvPr>
        </p:nvSpPr>
        <p:spPr>
          <a:xfrm>
            <a:off x="2905950" y="3891200"/>
            <a:ext cx="3402600" cy="7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7" name="Google Shape;137;p19"/>
          <p:cNvSpPr txBox="1"/>
          <p:nvPr>
            <p:ph type="title"/>
          </p:nvPr>
        </p:nvSpPr>
        <p:spPr>
          <a:xfrm>
            <a:off x="2905950" y="3173900"/>
            <a:ext cx="3402600" cy="7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8" name="Google Shape;138;p19"/>
          <p:cNvSpPr/>
          <p:nvPr>
            <p:ph idx="2" type="pic"/>
          </p:nvPr>
        </p:nvSpPr>
        <p:spPr>
          <a:xfrm>
            <a:off x="350400" y="333637"/>
            <a:ext cx="2438400" cy="4488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9"/>
          <p:cNvSpPr/>
          <p:nvPr>
            <p:ph idx="3" type="pic"/>
          </p:nvPr>
        </p:nvSpPr>
        <p:spPr>
          <a:xfrm>
            <a:off x="2941188" y="333637"/>
            <a:ext cx="3332100" cy="2771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9"/>
          <p:cNvSpPr/>
          <p:nvPr>
            <p:ph idx="4" type="pic"/>
          </p:nvPr>
        </p:nvSpPr>
        <p:spPr>
          <a:xfrm>
            <a:off x="6425700" y="321562"/>
            <a:ext cx="2438400" cy="4488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22251" y="4044350"/>
            <a:ext cx="4851600" cy="7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4" name="Google Shape;144;p20"/>
          <p:cNvSpPr txBox="1"/>
          <p:nvPr>
            <p:ph type="title"/>
          </p:nvPr>
        </p:nvSpPr>
        <p:spPr>
          <a:xfrm>
            <a:off x="422251" y="3327050"/>
            <a:ext cx="4851600" cy="71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5" name="Google Shape;145;p20"/>
          <p:cNvSpPr/>
          <p:nvPr>
            <p:ph idx="2" type="pic"/>
          </p:nvPr>
        </p:nvSpPr>
        <p:spPr>
          <a:xfrm>
            <a:off x="3054576" y="327600"/>
            <a:ext cx="5651100" cy="2945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0"/>
          <p:cNvSpPr/>
          <p:nvPr>
            <p:ph idx="3" type="pic"/>
          </p:nvPr>
        </p:nvSpPr>
        <p:spPr>
          <a:xfrm>
            <a:off x="438276" y="327600"/>
            <a:ext cx="2438400" cy="4488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1"/>
          <p:cNvSpPr txBox="1"/>
          <p:nvPr>
            <p:ph idx="1" type="subTitle"/>
          </p:nvPr>
        </p:nvSpPr>
        <p:spPr>
          <a:xfrm>
            <a:off x="870396" y="1837125"/>
            <a:ext cx="2383800" cy="824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sp>
        <p:nvSpPr>
          <p:cNvPr id="150" name="Google Shape;150;p21"/>
          <p:cNvSpPr txBox="1"/>
          <p:nvPr>
            <p:ph idx="2" type="subTitle"/>
          </p:nvPr>
        </p:nvSpPr>
        <p:spPr>
          <a:xfrm>
            <a:off x="870396" y="2661200"/>
            <a:ext cx="23838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1" name="Google Shape;151;p21"/>
          <p:cNvSpPr txBox="1"/>
          <p:nvPr>
            <p:ph idx="3" type="subTitle"/>
          </p:nvPr>
        </p:nvSpPr>
        <p:spPr>
          <a:xfrm>
            <a:off x="3380100" y="2661200"/>
            <a:ext cx="23838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2" name="Google Shape;152;p21"/>
          <p:cNvSpPr txBox="1"/>
          <p:nvPr>
            <p:ph idx="4" type="subTitle"/>
          </p:nvPr>
        </p:nvSpPr>
        <p:spPr>
          <a:xfrm>
            <a:off x="5889804" y="2661200"/>
            <a:ext cx="23838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3" name="Google Shape;15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4" name="Google Shape;154;p21"/>
          <p:cNvSpPr txBox="1"/>
          <p:nvPr>
            <p:ph idx="5" type="subTitle"/>
          </p:nvPr>
        </p:nvSpPr>
        <p:spPr>
          <a:xfrm>
            <a:off x="3380100" y="1837125"/>
            <a:ext cx="2383800" cy="824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sp>
        <p:nvSpPr>
          <p:cNvPr id="155" name="Google Shape;155;p21"/>
          <p:cNvSpPr txBox="1"/>
          <p:nvPr>
            <p:ph idx="6" type="subTitle"/>
          </p:nvPr>
        </p:nvSpPr>
        <p:spPr>
          <a:xfrm>
            <a:off x="5889804" y="1837125"/>
            <a:ext cx="2383800" cy="824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2"/>
          <p:cNvSpPr txBox="1"/>
          <p:nvPr>
            <p:ph idx="1" type="subTitle"/>
          </p:nvPr>
        </p:nvSpPr>
        <p:spPr>
          <a:xfrm>
            <a:off x="957912" y="1549225"/>
            <a:ext cx="32871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sp>
        <p:nvSpPr>
          <p:cNvPr id="159" name="Google Shape;159;p22"/>
          <p:cNvSpPr txBox="1"/>
          <p:nvPr>
            <p:ph idx="2" type="subTitle"/>
          </p:nvPr>
        </p:nvSpPr>
        <p:spPr>
          <a:xfrm>
            <a:off x="957912" y="2034025"/>
            <a:ext cx="3287100" cy="90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0" name="Google Shape;160;p22"/>
          <p:cNvSpPr txBox="1"/>
          <p:nvPr>
            <p:ph idx="3" type="subTitle"/>
          </p:nvPr>
        </p:nvSpPr>
        <p:spPr>
          <a:xfrm>
            <a:off x="4898988" y="2034025"/>
            <a:ext cx="3287100" cy="90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1" name="Google Shape;161;p22"/>
          <p:cNvSpPr txBox="1"/>
          <p:nvPr>
            <p:ph idx="4" type="subTitle"/>
          </p:nvPr>
        </p:nvSpPr>
        <p:spPr>
          <a:xfrm>
            <a:off x="957912" y="3423950"/>
            <a:ext cx="3287100" cy="90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2" name="Google Shape;162;p22"/>
          <p:cNvSpPr txBox="1"/>
          <p:nvPr>
            <p:ph idx="5" type="subTitle"/>
          </p:nvPr>
        </p:nvSpPr>
        <p:spPr>
          <a:xfrm>
            <a:off x="4898988" y="3423950"/>
            <a:ext cx="3287100" cy="90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3" name="Google Shape;163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4" name="Google Shape;164;p22"/>
          <p:cNvSpPr txBox="1"/>
          <p:nvPr>
            <p:ph idx="6" type="subTitle"/>
          </p:nvPr>
        </p:nvSpPr>
        <p:spPr>
          <a:xfrm>
            <a:off x="957912" y="2939150"/>
            <a:ext cx="32871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sp>
        <p:nvSpPr>
          <p:cNvPr id="165" name="Google Shape;165;p22"/>
          <p:cNvSpPr txBox="1"/>
          <p:nvPr>
            <p:ph idx="7" type="subTitle"/>
          </p:nvPr>
        </p:nvSpPr>
        <p:spPr>
          <a:xfrm>
            <a:off x="4898986" y="1549225"/>
            <a:ext cx="32871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sp>
        <p:nvSpPr>
          <p:cNvPr id="166" name="Google Shape;166;p22"/>
          <p:cNvSpPr txBox="1"/>
          <p:nvPr>
            <p:ph idx="8" type="subTitle"/>
          </p:nvPr>
        </p:nvSpPr>
        <p:spPr>
          <a:xfrm>
            <a:off x="4898986" y="2939150"/>
            <a:ext cx="32871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grpSp>
        <p:nvGrpSpPr>
          <p:cNvPr id="167" name="Google Shape;167;p22"/>
          <p:cNvGrpSpPr/>
          <p:nvPr/>
        </p:nvGrpSpPr>
        <p:grpSpPr>
          <a:xfrm flipH="1"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168" name="Google Shape;168;p22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9" name="Google Shape;169;p22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1" type="subTitle"/>
          </p:nvPr>
        </p:nvSpPr>
        <p:spPr>
          <a:xfrm>
            <a:off x="750452" y="1882668"/>
            <a:ext cx="2504400" cy="949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4" name="Google Shape;174;p23"/>
          <p:cNvSpPr txBox="1"/>
          <p:nvPr>
            <p:ph idx="2" type="subTitle"/>
          </p:nvPr>
        </p:nvSpPr>
        <p:spPr>
          <a:xfrm>
            <a:off x="3319798" y="1882668"/>
            <a:ext cx="2504400" cy="949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3" type="subTitle"/>
          </p:nvPr>
        </p:nvSpPr>
        <p:spPr>
          <a:xfrm>
            <a:off x="5889144" y="1882668"/>
            <a:ext cx="2504400" cy="949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6" name="Google Shape;176;p23"/>
          <p:cNvSpPr txBox="1"/>
          <p:nvPr>
            <p:ph idx="4" type="subTitle"/>
          </p:nvPr>
        </p:nvSpPr>
        <p:spPr>
          <a:xfrm>
            <a:off x="750450" y="3484200"/>
            <a:ext cx="2504400" cy="949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7" name="Google Shape;177;p23"/>
          <p:cNvSpPr txBox="1"/>
          <p:nvPr>
            <p:ph idx="5" type="subTitle"/>
          </p:nvPr>
        </p:nvSpPr>
        <p:spPr>
          <a:xfrm>
            <a:off x="3319798" y="3484200"/>
            <a:ext cx="2504400" cy="949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23"/>
          <p:cNvSpPr txBox="1"/>
          <p:nvPr>
            <p:ph idx="6" type="subTitle"/>
          </p:nvPr>
        </p:nvSpPr>
        <p:spPr>
          <a:xfrm>
            <a:off x="5889145" y="3484200"/>
            <a:ext cx="2504400" cy="949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9" name="Google Shape;179;p23"/>
          <p:cNvSpPr txBox="1"/>
          <p:nvPr>
            <p:ph idx="7" type="subTitle"/>
          </p:nvPr>
        </p:nvSpPr>
        <p:spPr>
          <a:xfrm>
            <a:off x="745200" y="1384325"/>
            <a:ext cx="2504400" cy="498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sp>
        <p:nvSpPr>
          <p:cNvPr id="180" name="Google Shape;180;p23"/>
          <p:cNvSpPr txBox="1"/>
          <p:nvPr>
            <p:ph idx="8" type="subTitle"/>
          </p:nvPr>
        </p:nvSpPr>
        <p:spPr>
          <a:xfrm>
            <a:off x="3319800" y="1384325"/>
            <a:ext cx="2504400" cy="498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sp>
        <p:nvSpPr>
          <p:cNvPr id="181" name="Google Shape;181;p23"/>
          <p:cNvSpPr txBox="1"/>
          <p:nvPr>
            <p:ph idx="9" type="subTitle"/>
          </p:nvPr>
        </p:nvSpPr>
        <p:spPr>
          <a:xfrm>
            <a:off x="5894400" y="1384325"/>
            <a:ext cx="2504400" cy="498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sp>
        <p:nvSpPr>
          <p:cNvPr id="182" name="Google Shape;182;p23"/>
          <p:cNvSpPr txBox="1"/>
          <p:nvPr>
            <p:ph idx="13" type="subTitle"/>
          </p:nvPr>
        </p:nvSpPr>
        <p:spPr>
          <a:xfrm>
            <a:off x="745200" y="2981478"/>
            <a:ext cx="2504400" cy="498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sp>
        <p:nvSpPr>
          <p:cNvPr id="183" name="Google Shape;183;p23"/>
          <p:cNvSpPr txBox="1"/>
          <p:nvPr>
            <p:ph idx="14" type="subTitle"/>
          </p:nvPr>
        </p:nvSpPr>
        <p:spPr>
          <a:xfrm>
            <a:off x="3319798" y="2981478"/>
            <a:ext cx="2504400" cy="498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sp>
        <p:nvSpPr>
          <p:cNvPr id="184" name="Google Shape;184;p23"/>
          <p:cNvSpPr txBox="1"/>
          <p:nvPr>
            <p:ph idx="15" type="subTitle"/>
          </p:nvPr>
        </p:nvSpPr>
        <p:spPr>
          <a:xfrm>
            <a:off x="5894400" y="2981400"/>
            <a:ext cx="2504400" cy="498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i="1" sz="24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/>
        </p:txBody>
      </p:sp>
      <p:grpSp>
        <p:nvGrpSpPr>
          <p:cNvPr id="185" name="Google Shape;185;p23"/>
          <p:cNvGrpSpPr/>
          <p:nvPr/>
        </p:nvGrpSpPr>
        <p:grpSpPr>
          <a:xfrm>
            <a:off x="319434" y="1602875"/>
            <a:ext cx="197700" cy="2279650"/>
            <a:chOff x="319434" y="1213925"/>
            <a:chExt cx="197700" cy="2279650"/>
          </a:xfrm>
        </p:grpSpPr>
        <p:sp>
          <p:nvSpPr>
            <p:cNvPr id="186" name="Google Shape;186;p23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7" name="Google Shape;187;p23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23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9" name="Google Shape;189;p23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190" name="Google Shape;190;p23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1" name="Google Shape;191;p23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23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4"/>
          <p:cNvSpPr txBox="1"/>
          <p:nvPr>
            <p:ph type="ctrTitle"/>
          </p:nvPr>
        </p:nvSpPr>
        <p:spPr>
          <a:xfrm>
            <a:off x="2429925" y="753138"/>
            <a:ext cx="4284000" cy="9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6" name="Google Shape;196;p24"/>
          <p:cNvSpPr txBox="1"/>
          <p:nvPr>
            <p:ph idx="1" type="subTitle"/>
          </p:nvPr>
        </p:nvSpPr>
        <p:spPr>
          <a:xfrm>
            <a:off x="2425050" y="1787863"/>
            <a:ext cx="42939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97" name="Google Shape;197;p24"/>
          <p:cNvGrpSpPr/>
          <p:nvPr/>
        </p:nvGrpSpPr>
        <p:grpSpPr>
          <a:xfrm flipH="1" rot="10800000"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198" name="Google Shape;198;p24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9" name="Google Shape;199;p24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" name="Google Shape;200;p24"/>
          <p:cNvSpPr txBox="1"/>
          <p:nvPr/>
        </p:nvSpPr>
        <p:spPr>
          <a:xfrm>
            <a:off x="2429925" y="2881688"/>
            <a:ext cx="42840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lang="en" sz="1000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icons,</a:t>
            </a:r>
            <a:r>
              <a:rPr b="1" lang="en" sz="10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10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infographics &amp; images by </a:t>
            </a:r>
            <a:r>
              <a:rPr b="1" lang="en" sz="1000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" name="Google Shape;203;p25"/>
          <p:cNvGrpSpPr/>
          <p:nvPr/>
        </p:nvGrpSpPr>
        <p:grpSpPr>
          <a:xfrm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204" name="Google Shape;204;p25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5" name="Google Shape;205;p25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" name="Google Shape;208;p26"/>
          <p:cNvGrpSpPr/>
          <p:nvPr/>
        </p:nvGrpSpPr>
        <p:grpSpPr>
          <a:xfrm>
            <a:off x="319434" y="1602875"/>
            <a:ext cx="197700" cy="2279650"/>
            <a:chOff x="319434" y="1213925"/>
            <a:chExt cx="197700" cy="2279650"/>
          </a:xfrm>
        </p:grpSpPr>
        <p:sp>
          <p:nvSpPr>
            <p:cNvPr id="209" name="Google Shape;209;p26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0" name="Google Shape;210;p26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" name="Google Shape;211;p26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2" name="Google Shape;212;p26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213" name="Google Shape;213;p26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4" name="Google Shape;214;p26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" name="Google Shape;215;p26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i="1" sz="35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●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○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■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●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○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■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●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○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Albert Sans"/>
              <a:buChar char="■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type="ctrTitle"/>
          </p:nvPr>
        </p:nvSpPr>
        <p:spPr>
          <a:xfrm>
            <a:off x="1669800" y="1034675"/>
            <a:ext cx="5804400" cy="18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Online Learning Trends: Udemy vs Coursera (2010 - 2025)</a:t>
            </a:r>
            <a:endParaRPr sz="4200"/>
          </a:p>
        </p:txBody>
      </p:sp>
      <p:sp>
        <p:nvSpPr>
          <p:cNvPr id="221" name="Google Shape;221;p27"/>
          <p:cNvSpPr txBox="1"/>
          <p:nvPr>
            <p:ph idx="1" type="subTitle"/>
          </p:nvPr>
        </p:nvSpPr>
        <p:spPr>
          <a:xfrm>
            <a:off x="1669800" y="3423550"/>
            <a:ext cx="58044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Exploring how online education topics evolve and how Google Trends interest reflects real platform growth</a:t>
            </a:r>
            <a:endParaRPr/>
          </a:p>
        </p:txBody>
      </p:sp>
      <p:grpSp>
        <p:nvGrpSpPr>
          <p:cNvPr id="222" name="Google Shape;222;p27"/>
          <p:cNvGrpSpPr/>
          <p:nvPr/>
        </p:nvGrpSpPr>
        <p:grpSpPr>
          <a:xfrm>
            <a:off x="1796975" y="3000478"/>
            <a:ext cx="5550050" cy="197700"/>
            <a:chOff x="1653525" y="2970747"/>
            <a:chExt cx="5550050" cy="197700"/>
          </a:xfrm>
        </p:grpSpPr>
        <p:sp>
          <p:nvSpPr>
            <p:cNvPr id="223" name="Google Shape;223;p27"/>
            <p:cNvSpPr/>
            <p:nvPr/>
          </p:nvSpPr>
          <p:spPr>
            <a:xfrm>
              <a:off x="4329709" y="2970747"/>
              <a:ext cx="197700" cy="197700"/>
            </a:xfrm>
            <a:prstGeom prst="plaqu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4" name="Google Shape;224;p27"/>
            <p:cNvCxnSpPr/>
            <p:nvPr/>
          </p:nvCxnSpPr>
          <p:spPr>
            <a:xfrm>
              <a:off x="1653525" y="3069600"/>
              <a:ext cx="2527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27"/>
            <p:cNvCxnSpPr/>
            <p:nvPr/>
          </p:nvCxnSpPr>
          <p:spPr>
            <a:xfrm>
              <a:off x="4676375" y="3069600"/>
              <a:ext cx="2527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/>
          <p:nvPr>
            <p:ph idx="1" type="body"/>
          </p:nvPr>
        </p:nvSpPr>
        <p:spPr>
          <a:xfrm>
            <a:off x="531700" y="1717175"/>
            <a:ext cx="7897200" cy="28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Understand how learning platforms reflect public interest trends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Questions</a:t>
            </a:r>
            <a:r>
              <a:rPr lang="en"/>
              <a:t>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What are the most popular and fastest-growing topics?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How do Coursera and Udemy differ in focus?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Does Google search activity predict course topic growth?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Udemy (2010 - 2017)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Coursera (2025 snapshot)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Google Trends (2010 - 2025)</a:t>
            </a:r>
            <a:endParaRPr/>
          </a:p>
        </p:txBody>
      </p:sp>
      <p:sp>
        <p:nvSpPr>
          <p:cNvPr id="231" name="Google Shape;231;p28"/>
          <p:cNvSpPr txBox="1"/>
          <p:nvPr>
            <p:ph type="title"/>
          </p:nvPr>
        </p:nvSpPr>
        <p:spPr>
          <a:xfrm>
            <a:off x="531700" y="601025"/>
            <a:ext cx="7897200" cy="85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&amp; Research Focus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</a:t>
            </a:r>
            <a:endParaRPr/>
          </a:p>
        </p:txBody>
      </p:sp>
      <p:graphicFrame>
        <p:nvGraphicFramePr>
          <p:cNvPr id="237" name="Google Shape;237;p29"/>
          <p:cNvGraphicFramePr/>
          <p:nvPr/>
        </p:nvGraphicFramePr>
        <p:xfrm>
          <a:off x="1504088" y="14424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{7BF90398-E10F-4654-9C1F-A3927CD301F8}</a:tableStyleId>
              </a:tblPr>
              <a:tblGrid>
                <a:gridCol w="1431125"/>
                <a:gridCol w="1568225"/>
                <a:gridCol w="1568225"/>
                <a:gridCol w="1568225"/>
              </a:tblGrid>
              <a:tr h="464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700">
                          <a:solidFill>
                            <a:schemeClr val="dk1"/>
                          </a:solidFill>
                          <a:latin typeface="Elsie"/>
                          <a:ea typeface="Elsie"/>
                          <a:cs typeface="Elsie"/>
                          <a:sym typeface="Elsie"/>
                        </a:rPr>
                        <a:t>Source</a:t>
                      </a:r>
                      <a:endParaRPr i="1" sz="1700">
                        <a:solidFill>
                          <a:schemeClr val="dk1"/>
                        </a:solidFill>
                        <a:latin typeface="Elsie"/>
                        <a:ea typeface="Elsie"/>
                        <a:cs typeface="Elsie"/>
                        <a:sym typeface="Elsi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>
                        <a:alpha val="256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700">
                          <a:solidFill>
                            <a:schemeClr val="dk1"/>
                          </a:solidFill>
                          <a:latin typeface="Elsie"/>
                          <a:ea typeface="Elsie"/>
                          <a:cs typeface="Elsie"/>
                          <a:sym typeface="Elsie"/>
                        </a:rPr>
                        <a:t>Type</a:t>
                      </a:r>
                      <a:endParaRPr i="1" sz="1700">
                        <a:solidFill>
                          <a:schemeClr val="dk1"/>
                        </a:solidFill>
                        <a:latin typeface="Elsie"/>
                        <a:ea typeface="Elsie"/>
                        <a:cs typeface="Elsie"/>
                        <a:sym typeface="Elsi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>
                        <a:alpha val="256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700">
                          <a:solidFill>
                            <a:schemeClr val="dk1"/>
                          </a:solidFill>
                          <a:latin typeface="Elsie"/>
                          <a:ea typeface="Elsie"/>
                          <a:cs typeface="Elsie"/>
                          <a:sym typeface="Elsie"/>
                        </a:rPr>
                        <a:t>Method</a:t>
                      </a:r>
                      <a:endParaRPr i="1" sz="1700">
                        <a:solidFill>
                          <a:schemeClr val="dk1"/>
                        </a:solidFill>
                        <a:latin typeface="Elsie"/>
                        <a:ea typeface="Elsie"/>
                        <a:cs typeface="Elsie"/>
                        <a:sym typeface="Elsi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>
                        <a:alpha val="256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700">
                          <a:solidFill>
                            <a:schemeClr val="dk1"/>
                          </a:solidFill>
                          <a:latin typeface="Elsie"/>
                          <a:ea typeface="Elsie"/>
                          <a:cs typeface="Elsie"/>
                          <a:sym typeface="Elsie"/>
                        </a:rPr>
                        <a:t>Key Info</a:t>
                      </a:r>
                      <a:endParaRPr i="1" sz="1700">
                        <a:solidFill>
                          <a:schemeClr val="dk1"/>
                        </a:solidFill>
                        <a:latin typeface="Elsie"/>
                        <a:ea typeface="Elsie"/>
                        <a:cs typeface="Elsie"/>
                        <a:sym typeface="Elsi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>
                        <a:alpha val="25630"/>
                      </a:srgbClr>
                    </a:solidFill>
                  </a:tcPr>
                </a:tc>
              </a:tr>
              <a:tr h="47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Elsie"/>
                          <a:ea typeface="Elsie"/>
                          <a:cs typeface="Elsie"/>
                          <a:sym typeface="Elsie"/>
                        </a:rPr>
                        <a:t>Udemy Online Education Dataset</a:t>
                      </a:r>
                      <a:endParaRPr i="1">
                        <a:solidFill>
                          <a:schemeClr val="dk1"/>
                        </a:solidFill>
                        <a:latin typeface="Elsie"/>
                        <a:ea typeface="Elsie"/>
                        <a:cs typeface="Elsie"/>
                        <a:sym typeface="Elsi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CSV (Kaggle)</a:t>
                      </a:r>
                      <a:endParaRPr sz="1200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Local Import</a:t>
                      </a:r>
                      <a:endParaRPr sz="1200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3,678 courses,</a:t>
                      </a:r>
                      <a:endParaRPr sz="1200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2011 - 2025</a:t>
                      </a:r>
                      <a:endParaRPr sz="1200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Elsie"/>
                          <a:ea typeface="Elsie"/>
                          <a:cs typeface="Elsie"/>
                          <a:sym typeface="Elsie"/>
                        </a:rPr>
                        <a:t>Coursera Courses Dataset</a:t>
                      </a:r>
                      <a:endParaRPr i="1">
                        <a:solidFill>
                          <a:schemeClr val="dk1"/>
                        </a:solidFill>
                        <a:latin typeface="Elsie"/>
                        <a:ea typeface="Elsie"/>
                        <a:cs typeface="Elsie"/>
                        <a:sym typeface="Elsi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CSV (Kaggle)</a:t>
                      </a:r>
                      <a:endParaRPr sz="1200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Local Import</a:t>
                      </a:r>
                      <a:endParaRPr sz="1200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3,404 courses,</a:t>
                      </a:r>
                      <a:endParaRPr sz="1200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2025 snapshot</a:t>
                      </a:r>
                      <a:endParaRPr sz="1200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Elsie"/>
                          <a:ea typeface="Elsie"/>
                          <a:cs typeface="Elsie"/>
                          <a:sym typeface="Elsie"/>
                        </a:rPr>
                        <a:t>Google Trends</a:t>
                      </a:r>
                      <a:endParaRPr i="1">
                        <a:solidFill>
                          <a:schemeClr val="dk1"/>
                        </a:solidFill>
                        <a:latin typeface="Elsie"/>
                        <a:ea typeface="Elsie"/>
                        <a:cs typeface="Elsie"/>
                        <a:sym typeface="Elsi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API (Pytrends)</a:t>
                      </a:r>
                      <a:endParaRPr sz="1200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Live fetch</a:t>
                      </a:r>
                      <a:endParaRPr sz="1200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Machine learning interest,</a:t>
                      </a:r>
                      <a:endParaRPr sz="1200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2010 - 2025</a:t>
                      </a:r>
                      <a:endParaRPr sz="1200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>
            <p:ph type="title"/>
          </p:nvPr>
        </p:nvSpPr>
        <p:spPr>
          <a:xfrm>
            <a:off x="720000" y="36189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243" name="Google Shape;243;p30"/>
          <p:cNvSpPr/>
          <p:nvPr/>
        </p:nvSpPr>
        <p:spPr>
          <a:xfrm>
            <a:off x="980550" y="1165803"/>
            <a:ext cx="183300" cy="3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0"/>
          <p:cNvSpPr/>
          <p:nvPr/>
        </p:nvSpPr>
        <p:spPr>
          <a:xfrm>
            <a:off x="980550" y="1942877"/>
            <a:ext cx="183300" cy="35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0"/>
          <p:cNvSpPr/>
          <p:nvPr/>
        </p:nvSpPr>
        <p:spPr>
          <a:xfrm>
            <a:off x="980550" y="2674455"/>
            <a:ext cx="183300" cy="35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0"/>
          <p:cNvSpPr/>
          <p:nvPr/>
        </p:nvSpPr>
        <p:spPr>
          <a:xfrm>
            <a:off x="980550" y="3406027"/>
            <a:ext cx="183300" cy="35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0"/>
          <p:cNvSpPr txBox="1"/>
          <p:nvPr/>
        </p:nvSpPr>
        <p:spPr>
          <a:xfrm>
            <a:off x="1257976" y="3428775"/>
            <a:ext cx="51429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rPr>
              <a:t>Pull Google Trends data</a:t>
            </a:r>
            <a:endParaRPr i="1" sz="2000">
              <a:solidFill>
                <a:schemeClr val="dk1"/>
              </a:solidFill>
              <a:latin typeface="Elsie"/>
              <a:ea typeface="Elsie"/>
              <a:cs typeface="Elsie"/>
              <a:sym typeface="Elsie"/>
            </a:endParaRPr>
          </a:p>
        </p:txBody>
      </p:sp>
      <p:sp>
        <p:nvSpPr>
          <p:cNvPr id="248" name="Google Shape;248;p30"/>
          <p:cNvSpPr txBox="1"/>
          <p:nvPr/>
        </p:nvSpPr>
        <p:spPr>
          <a:xfrm>
            <a:off x="1257976" y="3729750"/>
            <a:ext cx="6057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(</a:t>
            </a:r>
            <a:r>
              <a:rPr i="1" lang="en" sz="1200">
                <a:solidFill>
                  <a:srgbClr val="444444"/>
                </a:solidFill>
                <a:highlight>
                  <a:srgbClr val="F0F0F0"/>
                </a:highlight>
                <a:latin typeface="Consolas"/>
                <a:ea typeface="Consolas"/>
                <a:cs typeface="Consolas"/>
                <a:sym typeface="Consolas"/>
              </a:rPr>
              <a:t>fetch_trend_yearly()</a:t>
            </a:r>
            <a:r>
              <a:rPr lang="en"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 from </a:t>
            </a:r>
            <a:r>
              <a:rPr i="1" lang="en" sz="1200">
                <a:solidFill>
                  <a:srgbClr val="444444"/>
                </a:solidFill>
                <a:highlight>
                  <a:srgbClr val="F0F0F0"/>
                </a:highlight>
                <a:latin typeface="Consolas"/>
                <a:ea typeface="Consolas"/>
                <a:cs typeface="Consolas"/>
                <a:sym typeface="Consolas"/>
              </a:rPr>
              <a:t>fp_trends.py</a:t>
            </a:r>
            <a:r>
              <a:rPr lang="en"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)</a:t>
            </a:r>
            <a:endParaRPr sz="1200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9" name="Google Shape;249;p30"/>
          <p:cNvSpPr txBox="1"/>
          <p:nvPr/>
        </p:nvSpPr>
        <p:spPr>
          <a:xfrm>
            <a:off x="1258018" y="2674450"/>
            <a:ext cx="20526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rPr>
              <a:t>Visualize trends</a:t>
            </a:r>
            <a:endParaRPr i="1" sz="2000">
              <a:solidFill>
                <a:schemeClr val="dk1"/>
              </a:solidFill>
              <a:latin typeface="Elsie"/>
              <a:ea typeface="Elsie"/>
              <a:cs typeface="Elsie"/>
              <a:sym typeface="Elsie"/>
            </a:endParaRPr>
          </a:p>
        </p:txBody>
      </p:sp>
      <p:sp>
        <p:nvSpPr>
          <p:cNvPr id="250" name="Google Shape;250;p30"/>
          <p:cNvSpPr txBox="1"/>
          <p:nvPr/>
        </p:nvSpPr>
        <p:spPr>
          <a:xfrm>
            <a:off x="1257975" y="2975415"/>
            <a:ext cx="20526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Matplotlib</a:t>
            </a:r>
            <a:endParaRPr sz="1200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1" name="Google Shape;251;p30"/>
          <p:cNvSpPr txBox="1"/>
          <p:nvPr/>
        </p:nvSpPr>
        <p:spPr>
          <a:xfrm>
            <a:off x="1257975" y="1920125"/>
            <a:ext cx="6528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rPr>
              <a:t>Aggregate &amp; compute shares (</a:t>
            </a:r>
            <a:r>
              <a:rPr i="1" lang="en" sz="2000">
                <a:solidFill>
                  <a:srgbClr val="444444"/>
                </a:solidFill>
                <a:highlight>
                  <a:srgbClr val="F0F0F0"/>
                </a:highlight>
                <a:latin typeface="Consolas"/>
                <a:ea typeface="Consolas"/>
                <a:cs typeface="Consolas"/>
                <a:sym typeface="Consolas"/>
              </a:rPr>
              <a:t>Topic_share_by_year</a:t>
            </a:r>
            <a:r>
              <a:rPr i="1" lang="en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rPr>
              <a:t>)</a:t>
            </a:r>
            <a:endParaRPr i="1" sz="2000">
              <a:solidFill>
                <a:schemeClr val="dk1"/>
              </a:solidFill>
              <a:latin typeface="Elsie"/>
              <a:ea typeface="Elsie"/>
              <a:cs typeface="Elsie"/>
              <a:sym typeface="Elsie"/>
            </a:endParaRPr>
          </a:p>
        </p:txBody>
      </p:sp>
      <p:sp>
        <p:nvSpPr>
          <p:cNvPr id="252" name="Google Shape;252;p30"/>
          <p:cNvSpPr txBox="1"/>
          <p:nvPr/>
        </p:nvSpPr>
        <p:spPr>
          <a:xfrm>
            <a:off x="1257976" y="2221075"/>
            <a:ext cx="66669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Fraction of courses per topic, per year, per platform</a:t>
            </a:r>
            <a:endParaRPr sz="1200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1257976" y="1165793"/>
            <a:ext cx="6528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rPr>
              <a:t>Load &amp; clean data (</a:t>
            </a:r>
            <a:r>
              <a:rPr i="1" lang="en" sz="2000">
                <a:solidFill>
                  <a:srgbClr val="444444"/>
                </a:solidFill>
                <a:highlight>
                  <a:srgbClr val="F0F0F0"/>
                </a:highlight>
                <a:latin typeface="Consolas"/>
                <a:ea typeface="Consolas"/>
                <a:cs typeface="Consolas"/>
                <a:sym typeface="Consolas"/>
              </a:rPr>
              <a:t>fp_io.py</a:t>
            </a:r>
            <a:r>
              <a:rPr i="1" lang="en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rPr>
              <a:t>, </a:t>
            </a:r>
            <a:r>
              <a:rPr i="1" lang="en" sz="2000">
                <a:solidFill>
                  <a:srgbClr val="444444"/>
                </a:solidFill>
                <a:highlight>
                  <a:srgbClr val="F0F0F0"/>
                </a:highlight>
                <a:latin typeface="Consolas"/>
                <a:ea typeface="Consolas"/>
                <a:cs typeface="Consolas"/>
                <a:sym typeface="Consolas"/>
              </a:rPr>
              <a:t>fp_topics.py</a:t>
            </a:r>
            <a:r>
              <a:rPr i="1" lang="en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rPr>
              <a:t>)</a:t>
            </a:r>
            <a:endParaRPr i="1" sz="2000">
              <a:solidFill>
                <a:schemeClr val="dk1"/>
              </a:solidFill>
              <a:latin typeface="Elsie"/>
              <a:ea typeface="Elsie"/>
              <a:cs typeface="Elsie"/>
              <a:sym typeface="Elsie"/>
            </a:endParaRPr>
          </a:p>
        </p:txBody>
      </p:sp>
      <p:sp>
        <p:nvSpPr>
          <p:cNvPr id="254" name="Google Shape;254;p30"/>
          <p:cNvSpPr txBox="1"/>
          <p:nvPr/>
        </p:nvSpPr>
        <p:spPr>
          <a:xfrm>
            <a:off x="1257976" y="1466768"/>
            <a:ext cx="64314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Extract year, normalize topics, filter valid years</a:t>
            </a:r>
            <a:endParaRPr sz="1200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1257975" y="4205854"/>
            <a:ext cx="20526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rPr>
              <a:t>Regression:</a:t>
            </a:r>
            <a:endParaRPr i="1" sz="2000">
              <a:solidFill>
                <a:schemeClr val="dk1"/>
              </a:solidFill>
              <a:latin typeface="Elsie"/>
              <a:ea typeface="Elsie"/>
              <a:cs typeface="Elsie"/>
              <a:sym typeface="Elsie"/>
            </a:endParaRPr>
          </a:p>
        </p:txBody>
      </p:sp>
      <p:sp>
        <p:nvSpPr>
          <p:cNvPr id="256" name="Google Shape;256;p30"/>
          <p:cNvSpPr txBox="1"/>
          <p:nvPr/>
        </p:nvSpPr>
        <p:spPr>
          <a:xfrm>
            <a:off x="1257976" y="4506825"/>
            <a:ext cx="72627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Check if Google interest (t-1) predicts Udemy share change (t)</a:t>
            </a:r>
            <a:endParaRPr sz="1200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7" name="Google Shape;257;p30"/>
          <p:cNvSpPr/>
          <p:nvPr/>
        </p:nvSpPr>
        <p:spPr>
          <a:xfrm>
            <a:off x="980550" y="4137605"/>
            <a:ext cx="183300" cy="35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>
            <p:ph type="title"/>
          </p:nvPr>
        </p:nvSpPr>
        <p:spPr>
          <a:xfrm>
            <a:off x="214426" y="224800"/>
            <a:ext cx="4851600" cy="71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Visuals</a:t>
            </a:r>
            <a:endParaRPr/>
          </a:p>
        </p:txBody>
      </p:sp>
      <p:pic>
        <p:nvPicPr>
          <p:cNvPr id="263" name="Google Shape;263;p31" title="udemy_Business_Finance_sha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75" y="1079475"/>
            <a:ext cx="3248901" cy="1885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1" title="coursera_top_topics_b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475" y="3102250"/>
            <a:ext cx="3248899" cy="16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1" title="udemy_topic_heatma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4925" y="1210338"/>
            <a:ext cx="2368851" cy="162367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1"/>
          <p:cNvSpPr txBox="1"/>
          <p:nvPr>
            <p:ph idx="4294967295" type="subTitle"/>
          </p:nvPr>
        </p:nvSpPr>
        <p:spPr>
          <a:xfrm>
            <a:off x="4014925" y="3179400"/>
            <a:ext cx="4575000" cy="148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Udemy Trends: Business_Finance &amp; Web_Development grew consistently, while Graphic_Design &amp; Music fluctuated slightly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Coursera Snapshot (2025): Data_Science &amp; Business_Finance dominate current catalog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Combined Trends: Aligns Udemy time series with Coursera snapshot for overlap analysis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/>
          <p:nvPr>
            <p:ph idx="7" type="subTitle"/>
          </p:nvPr>
        </p:nvSpPr>
        <p:spPr>
          <a:xfrm>
            <a:off x="745200" y="1384325"/>
            <a:ext cx="6984900" cy="4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Pulled from Google Trends using Pytrends API:</a:t>
            </a:r>
            <a:endParaRPr/>
          </a:p>
        </p:txBody>
      </p:sp>
      <p:sp>
        <p:nvSpPr>
          <p:cNvPr id="272" name="Google Shape;272;p32"/>
          <p:cNvSpPr txBox="1"/>
          <p:nvPr>
            <p:ph idx="4" type="subTitle"/>
          </p:nvPr>
        </p:nvSpPr>
        <p:spPr>
          <a:xfrm>
            <a:off x="759842" y="3484200"/>
            <a:ext cx="6984900" cy="94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i="1" lang="en">
                <a:solidFill>
                  <a:srgbClr val="444444"/>
                </a:solidFill>
                <a:highlight>
                  <a:srgbClr val="F0F0F0"/>
                </a:highlight>
                <a:latin typeface="Consolas"/>
                <a:ea typeface="Consolas"/>
                <a:cs typeface="Consolas"/>
                <a:sym typeface="Consolas"/>
              </a:rPr>
              <a:t>Trends_machine_learning_yearly.csv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i="1" lang="en">
                <a:solidFill>
                  <a:srgbClr val="444444"/>
                </a:solidFill>
                <a:highlight>
                  <a:srgbClr val="F0F0F0"/>
                </a:highlight>
                <a:latin typeface="Consolas"/>
                <a:ea typeface="Consolas"/>
                <a:cs typeface="Consolas"/>
                <a:sym typeface="Consolas"/>
              </a:rPr>
              <a:t>Trends_machine_learning_preview.json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Visual: </a:t>
            </a:r>
            <a:r>
              <a:rPr i="1" lang="en"/>
              <a:t>trends_machine_learning_line.png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observation: Internet spikes after 2017 and remains strong through 2025</a:t>
            </a:r>
            <a:endParaRPr/>
          </a:p>
        </p:txBody>
      </p:sp>
      <p:sp>
        <p:nvSpPr>
          <p:cNvPr id="273" name="Google Shape;273;p32"/>
          <p:cNvSpPr txBox="1"/>
          <p:nvPr>
            <p:ph idx="1" type="subTitle"/>
          </p:nvPr>
        </p:nvSpPr>
        <p:spPr>
          <a:xfrm>
            <a:off x="759849" y="1882668"/>
            <a:ext cx="6984900" cy="94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Keyword: “</a:t>
            </a:r>
            <a:r>
              <a:rPr i="1" lang="en"/>
              <a:t>machine learning”</a:t>
            </a:r>
            <a:endParaRPr i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Time frame: </a:t>
            </a:r>
            <a:r>
              <a:rPr i="1" lang="en"/>
              <a:t>2010 - 2025</a:t>
            </a:r>
            <a:endParaRPr i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Aggregated from weekly to yearly interest averages</a:t>
            </a:r>
            <a:endParaRPr/>
          </a:p>
        </p:txBody>
      </p:sp>
      <p:sp>
        <p:nvSpPr>
          <p:cNvPr id="274" name="Google Shape;274;p32"/>
          <p:cNvSpPr txBox="1"/>
          <p:nvPr>
            <p:ph idx="13" type="subTitle"/>
          </p:nvPr>
        </p:nvSpPr>
        <p:spPr>
          <a:xfrm>
            <a:off x="745200" y="2981478"/>
            <a:ext cx="6984900" cy="4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Outputs:</a:t>
            </a:r>
            <a:endParaRPr/>
          </a:p>
        </p:txBody>
      </p:sp>
      <p:sp>
        <p:nvSpPr>
          <p:cNvPr id="275" name="Google Shape;275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Trends Integration</a:t>
            </a:r>
            <a:endParaRPr/>
          </a:p>
        </p:txBody>
      </p:sp>
      <p:pic>
        <p:nvPicPr>
          <p:cNvPr id="276" name="Google Shape;276;p32" title="trends_machine_learning_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4000" y="2022750"/>
            <a:ext cx="3396500" cy="202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Results</a:t>
            </a:r>
            <a:endParaRPr/>
          </a:p>
        </p:txBody>
      </p:sp>
      <p:sp>
        <p:nvSpPr>
          <p:cNvPr id="282" name="Google Shape;282;p33"/>
          <p:cNvSpPr txBox="1"/>
          <p:nvPr>
            <p:ph idx="1" type="subTitle"/>
          </p:nvPr>
        </p:nvSpPr>
        <p:spPr>
          <a:xfrm>
            <a:off x="567600" y="1267951"/>
            <a:ext cx="3727200" cy="30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Model: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ΔShare(t) = β0 ​+ β1 ​× Interest(t−1)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R² = 0.0361 → 3.6% variance explained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Google interest alone is a week predictor of Udemy topic growth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Suggests platform content expansion is influenced by multiple external factors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(Figure: udemy_delt_share vs_ interest.png)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33" title="udemy_delta_share_vs_intere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800" y="1354788"/>
            <a:ext cx="4392000" cy="2545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 txBox="1"/>
          <p:nvPr>
            <p:ph idx="7" type="subTitle"/>
          </p:nvPr>
        </p:nvSpPr>
        <p:spPr>
          <a:xfrm>
            <a:off x="745200" y="1384325"/>
            <a:ext cx="6639300" cy="4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289" name="Google Shape;289;p34"/>
          <p:cNvSpPr txBox="1"/>
          <p:nvPr>
            <p:ph idx="4" type="subTitle"/>
          </p:nvPr>
        </p:nvSpPr>
        <p:spPr>
          <a:xfrm>
            <a:off x="759118" y="3484200"/>
            <a:ext cx="6639300" cy="94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Public curiosity mirrors educational trends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Useful for identifying emerging learning markets (e.g., AI, data science)</a:t>
            </a:r>
            <a:endParaRPr/>
          </a:p>
        </p:txBody>
      </p:sp>
      <p:sp>
        <p:nvSpPr>
          <p:cNvPr id="290" name="Google Shape;290;p34"/>
          <p:cNvSpPr txBox="1"/>
          <p:nvPr>
            <p:ph idx="1" type="subTitle"/>
          </p:nvPr>
        </p:nvSpPr>
        <p:spPr>
          <a:xfrm>
            <a:off x="759124" y="1882668"/>
            <a:ext cx="6639300" cy="94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Udemy: rapid growth in tech and business topics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Coursera: steady dominance in data and IT fields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Google Trends interest aligns with-but doesn’t directly drive course creation</a:t>
            </a:r>
            <a:endParaRPr/>
          </a:p>
        </p:txBody>
      </p:sp>
      <p:sp>
        <p:nvSpPr>
          <p:cNvPr id="291" name="Google Shape;291;p34"/>
          <p:cNvSpPr txBox="1"/>
          <p:nvPr>
            <p:ph idx="13" type="subTitle"/>
          </p:nvPr>
        </p:nvSpPr>
        <p:spPr>
          <a:xfrm>
            <a:off x="745200" y="2981478"/>
            <a:ext cx="6639300" cy="4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Implications</a:t>
            </a:r>
            <a:endParaRPr/>
          </a:p>
        </p:txBody>
      </p:sp>
      <p:sp>
        <p:nvSpPr>
          <p:cNvPr id="292" name="Google Shape;292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&amp; Insights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 &amp; Acknowledgment</a:t>
            </a:r>
            <a:endParaRPr/>
          </a:p>
        </p:txBody>
      </p:sp>
      <p:sp>
        <p:nvSpPr>
          <p:cNvPr id="298" name="Google Shape;298;p35"/>
          <p:cNvSpPr txBox="1"/>
          <p:nvPr>
            <p:ph idx="1" type="subTitle"/>
          </p:nvPr>
        </p:nvSpPr>
        <p:spPr>
          <a:xfrm>
            <a:off x="870401" y="1837125"/>
            <a:ext cx="2981100" cy="82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Improvements:</a:t>
            </a:r>
            <a:endParaRPr/>
          </a:p>
        </p:txBody>
      </p:sp>
      <p:sp>
        <p:nvSpPr>
          <p:cNvPr id="299" name="Google Shape;299;p35"/>
          <p:cNvSpPr txBox="1"/>
          <p:nvPr>
            <p:ph idx="2" type="subTitle"/>
          </p:nvPr>
        </p:nvSpPr>
        <p:spPr>
          <a:xfrm>
            <a:off x="870400" y="2661200"/>
            <a:ext cx="3590700" cy="19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Broaden API keywords: “AI”, “data analytics”, “web design”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Add enrollment or rating data for demand analysis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Include trend forecasting (ARIMA or Prophet)</a:t>
            </a:r>
            <a:endParaRPr/>
          </a:p>
        </p:txBody>
      </p:sp>
      <p:sp>
        <p:nvSpPr>
          <p:cNvPr id="300" name="Google Shape;300;p35"/>
          <p:cNvSpPr txBox="1"/>
          <p:nvPr>
            <p:ph idx="4" type="subTitle"/>
          </p:nvPr>
        </p:nvSpPr>
        <p:spPr>
          <a:xfrm>
            <a:off x="5292499" y="2661200"/>
            <a:ext cx="2981100" cy="12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 sourced from Kaggle and Google Trends (Pytrends API)</a:t>
            </a:r>
            <a:endParaRPr/>
          </a:p>
        </p:txBody>
      </p:sp>
      <p:sp>
        <p:nvSpPr>
          <p:cNvPr id="301" name="Google Shape;301;p35"/>
          <p:cNvSpPr txBox="1"/>
          <p:nvPr>
            <p:ph idx="6" type="subTitle"/>
          </p:nvPr>
        </p:nvSpPr>
        <p:spPr>
          <a:xfrm>
            <a:off x="5652650" y="1837125"/>
            <a:ext cx="2260800" cy="82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Acknowledgment: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36"/>
          <p:cNvGrpSpPr/>
          <p:nvPr/>
        </p:nvGrpSpPr>
        <p:grpSpPr>
          <a:xfrm>
            <a:off x="2240625" y="2582850"/>
            <a:ext cx="1134525" cy="1121675"/>
            <a:chOff x="2612063" y="2887650"/>
            <a:chExt cx="1134525" cy="1121675"/>
          </a:xfrm>
        </p:grpSpPr>
        <p:sp>
          <p:nvSpPr>
            <p:cNvPr id="307" name="Google Shape;307;p36"/>
            <p:cNvSpPr/>
            <p:nvPr/>
          </p:nvSpPr>
          <p:spPr>
            <a:xfrm>
              <a:off x="2848388" y="3139575"/>
              <a:ext cx="655300" cy="609600"/>
            </a:xfrm>
            <a:custGeom>
              <a:rect b="b" l="l" r="r" t="t"/>
              <a:pathLst>
                <a:path extrusionOk="0" h="24384" w="26212">
                  <a:moveTo>
                    <a:pt x="13504" y="1083"/>
                  </a:moveTo>
                  <a:cubicBezTo>
                    <a:pt x="13563" y="1083"/>
                    <a:pt x="13625" y="3518"/>
                    <a:pt x="17690" y="8085"/>
                  </a:cubicBezTo>
                  <a:cubicBezTo>
                    <a:pt x="21976" y="12857"/>
                    <a:pt x="25350" y="12218"/>
                    <a:pt x="24286" y="12674"/>
                  </a:cubicBezTo>
                  <a:cubicBezTo>
                    <a:pt x="20700" y="14224"/>
                    <a:pt x="17599" y="16930"/>
                    <a:pt x="15593" y="20243"/>
                  </a:cubicBezTo>
                  <a:cubicBezTo>
                    <a:pt x="14226" y="22477"/>
                    <a:pt x="14105" y="23513"/>
                    <a:pt x="13981" y="23513"/>
                  </a:cubicBezTo>
                  <a:cubicBezTo>
                    <a:pt x="13787" y="23513"/>
                    <a:pt x="13587" y="21001"/>
                    <a:pt x="8663" y="16595"/>
                  </a:cubicBezTo>
                  <a:cubicBezTo>
                    <a:pt x="2553" y="11124"/>
                    <a:pt x="0" y="12674"/>
                    <a:pt x="3404" y="11945"/>
                  </a:cubicBezTo>
                  <a:cubicBezTo>
                    <a:pt x="6505" y="11276"/>
                    <a:pt x="10426" y="9331"/>
                    <a:pt x="13040" y="2644"/>
                  </a:cubicBezTo>
                  <a:cubicBezTo>
                    <a:pt x="13450" y="1594"/>
                    <a:pt x="13477" y="1083"/>
                    <a:pt x="13504" y="1083"/>
                  </a:cubicBezTo>
                  <a:close/>
                  <a:moveTo>
                    <a:pt x="13292" y="0"/>
                  </a:moveTo>
                  <a:cubicBezTo>
                    <a:pt x="13171" y="0"/>
                    <a:pt x="13050" y="76"/>
                    <a:pt x="13009" y="212"/>
                  </a:cubicBezTo>
                  <a:cubicBezTo>
                    <a:pt x="9757" y="11307"/>
                    <a:pt x="4316" y="10972"/>
                    <a:pt x="1246" y="11914"/>
                  </a:cubicBezTo>
                  <a:cubicBezTo>
                    <a:pt x="1179" y="11890"/>
                    <a:pt x="1122" y="11880"/>
                    <a:pt x="1074" y="11880"/>
                  </a:cubicBezTo>
                  <a:cubicBezTo>
                    <a:pt x="825" y="11880"/>
                    <a:pt x="845" y="12167"/>
                    <a:pt x="973" y="12218"/>
                  </a:cubicBezTo>
                  <a:cubicBezTo>
                    <a:pt x="12108" y="17728"/>
                    <a:pt x="12844" y="24383"/>
                    <a:pt x="13824" y="24383"/>
                  </a:cubicBezTo>
                  <a:cubicBezTo>
                    <a:pt x="13866" y="24383"/>
                    <a:pt x="13908" y="24371"/>
                    <a:pt x="13952" y="24346"/>
                  </a:cubicBezTo>
                  <a:cubicBezTo>
                    <a:pt x="13982" y="24364"/>
                    <a:pt x="14011" y="24373"/>
                    <a:pt x="14039" y="24373"/>
                  </a:cubicBezTo>
                  <a:cubicBezTo>
                    <a:pt x="14578" y="24373"/>
                    <a:pt x="14848" y="21134"/>
                    <a:pt x="18602" y="17264"/>
                  </a:cubicBezTo>
                  <a:cubicBezTo>
                    <a:pt x="22432" y="13373"/>
                    <a:pt x="25593" y="13221"/>
                    <a:pt x="25472" y="12553"/>
                  </a:cubicBezTo>
                  <a:lnTo>
                    <a:pt x="25472" y="12553"/>
                  </a:lnTo>
                  <a:cubicBezTo>
                    <a:pt x="25530" y="12562"/>
                    <a:pt x="25583" y="12566"/>
                    <a:pt x="25631" y="12566"/>
                  </a:cubicBezTo>
                  <a:cubicBezTo>
                    <a:pt x="26212" y="12566"/>
                    <a:pt x="26082" y="11940"/>
                    <a:pt x="25745" y="11884"/>
                  </a:cubicBezTo>
                  <a:cubicBezTo>
                    <a:pt x="22432" y="11246"/>
                    <a:pt x="20700" y="10334"/>
                    <a:pt x="18207" y="7659"/>
                  </a:cubicBezTo>
                  <a:cubicBezTo>
                    <a:pt x="13036" y="2092"/>
                    <a:pt x="14196" y="335"/>
                    <a:pt x="13725" y="335"/>
                  </a:cubicBezTo>
                  <a:cubicBezTo>
                    <a:pt x="13690" y="335"/>
                    <a:pt x="13645" y="345"/>
                    <a:pt x="13587" y="364"/>
                  </a:cubicBezTo>
                  <a:cubicBezTo>
                    <a:pt x="13587" y="113"/>
                    <a:pt x="13440" y="0"/>
                    <a:pt x="13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6"/>
            <p:cNvSpPr/>
            <p:nvPr/>
          </p:nvSpPr>
          <p:spPr>
            <a:xfrm>
              <a:off x="3074988" y="2971150"/>
              <a:ext cx="46975" cy="116950"/>
            </a:xfrm>
            <a:custGeom>
              <a:rect b="b" l="l" r="r" t="t"/>
              <a:pathLst>
                <a:path extrusionOk="0" h="4678" w="1879">
                  <a:moveTo>
                    <a:pt x="417" y="1"/>
                  </a:moveTo>
                  <a:cubicBezTo>
                    <a:pt x="1" y="1"/>
                    <a:pt x="927" y="3302"/>
                    <a:pt x="1483" y="4548"/>
                  </a:cubicBezTo>
                  <a:cubicBezTo>
                    <a:pt x="1514" y="4640"/>
                    <a:pt x="1570" y="4677"/>
                    <a:pt x="1629" y="4677"/>
                  </a:cubicBezTo>
                  <a:cubicBezTo>
                    <a:pt x="1746" y="4677"/>
                    <a:pt x="1879" y="4537"/>
                    <a:pt x="1879" y="4396"/>
                  </a:cubicBezTo>
                  <a:cubicBezTo>
                    <a:pt x="1787" y="3727"/>
                    <a:pt x="936" y="596"/>
                    <a:pt x="693" y="232"/>
                  </a:cubicBezTo>
                  <a:cubicBezTo>
                    <a:pt x="568" y="72"/>
                    <a:pt x="478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6"/>
            <p:cNvSpPr/>
            <p:nvPr/>
          </p:nvSpPr>
          <p:spPr>
            <a:xfrm>
              <a:off x="3164488" y="2887650"/>
              <a:ext cx="23575" cy="190375"/>
            </a:xfrm>
            <a:custGeom>
              <a:rect b="b" l="l" r="r" t="t"/>
              <a:pathLst>
                <a:path extrusionOk="0" h="7615" w="943">
                  <a:moveTo>
                    <a:pt x="407" y="0"/>
                  </a:moveTo>
                  <a:cubicBezTo>
                    <a:pt x="274" y="0"/>
                    <a:pt x="137" y="76"/>
                    <a:pt x="92" y="228"/>
                  </a:cubicBezTo>
                  <a:cubicBezTo>
                    <a:pt x="1" y="745"/>
                    <a:pt x="153" y="6672"/>
                    <a:pt x="335" y="7432"/>
                  </a:cubicBezTo>
                  <a:cubicBezTo>
                    <a:pt x="350" y="7554"/>
                    <a:pt x="457" y="7614"/>
                    <a:pt x="563" y="7614"/>
                  </a:cubicBezTo>
                  <a:cubicBezTo>
                    <a:pt x="669" y="7614"/>
                    <a:pt x="776" y="7554"/>
                    <a:pt x="791" y="7432"/>
                  </a:cubicBezTo>
                  <a:cubicBezTo>
                    <a:pt x="943" y="6490"/>
                    <a:pt x="852" y="684"/>
                    <a:pt x="700" y="228"/>
                  </a:cubicBezTo>
                  <a:cubicBezTo>
                    <a:pt x="669" y="76"/>
                    <a:pt x="540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6"/>
            <p:cNvSpPr/>
            <p:nvPr/>
          </p:nvSpPr>
          <p:spPr>
            <a:xfrm>
              <a:off x="3238463" y="2932350"/>
              <a:ext cx="59025" cy="157350"/>
            </a:xfrm>
            <a:custGeom>
              <a:rect b="b" l="l" r="r" t="t"/>
              <a:pathLst>
                <a:path extrusionOk="0" h="6294" w="2361">
                  <a:moveTo>
                    <a:pt x="2028" y="1"/>
                  </a:moveTo>
                  <a:cubicBezTo>
                    <a:pt x="1946" y="1"/>
                    <a:pt x="1864" y="41"/>
                    <a:pt x="1814" y="142"/>
                  </a:cubicBezTo>
                  <a:cubicBezTo>
                    <a:pt x="1236" y="1389"/>
                    <a:pt x="264" y="4732"/>
                    <a:pt x="20" y="6039"/>
                  </a:cubicBezTo>
                  <a:cubicBezTo>
                    <a:pt x="0" y="6180"/>
                    <a:pt x="126" y="6294"/>
                    <a:pt x="249" y="6294"/>
                  </a:cubicBezTo>
                  <a:cubicBezTo>
                    <a:pt x="312" y="6294"/>
                    <a:pt x="374" y="6263"/>
                    <a:pt x="416" y="6191"/>
                  </a:cubicBezTo>
                  <a:cubicBezTo>
                    <a:pt x="993" y="4945"/>
                    <a:pt x="2087" y="1632"/>
                    <a:pt x="2300" y="325"/>
                  </a:cubicBezTo>
                  <a:cubicBezTo>
                    <a:pt x="2361" y="163"/>
                    <a:pt x="2192" y="1"/>
                    <a:pt x="2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6"/>
            <p:cNvSpPr/>
            <p:nvPr/>
          </p:nvSpPr>
          <p:spPr>
            <a:xfrm>
              <a:off x="3196413" y="3826800"/>
              <a:ext cx="28975" cy="182525"/>
            </a:xfrm>
            <a:custGeom>
              <a:rect b="b" l="l" r="r" t="t"/>
              <a:pathLst>
                <a:path extrusionOk="0" h="7301" w="1159">
                  <a:moveTo>
                    <a:pt x="157" y="1"/>
                  </a:moveTo>
                  <a:cubicBezTo>
                    <a:pt x="108" y="1"/>
                    <a:pt x="64" y="145"/>
                    <a:pt x="31" y="474"/>
                  </a:cubicBezTo>
                  <a:cubicBezTo>
                    <a:pt x="0" y="1082"/>
                    <a:pt x="183" y="6493"/>
                    <a:pt x="335" y="6888"/>
                  </a:cubicBezTo>
                  <a:cubicBezTo>
                    <a:pt x="451" y="7174"/>
                    <a:pt x="543" y="7300"/>
                    <a:pt x="615" y="7300"/>
                  </a:cubicBezTo>
                  <a:cubicBezTo>
                    <a:pt x="1159" y="7300"/>
                    <a:pt x="509" y="1"/>
                    <a:pt x="1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6"/>
            <p:cNvSpPr/>
            <p:nvPr/>
          </p:nvSpPr>
          <p:spPr>
            <a:xfrm>
              <a:off x="3105213" y="3825775"/>
              <a:ext cx="46375" cy="116375"/>
            </a:xfrm>
            <a:custGeom>
              <a:rect b="b" l="l" r="r" t="t"/>
              <a:pathLst>
                <a:path extrusionOk="0" h="4655" w="1855">
                  <a:moveTo>
                    <a:pt x="1618" y="1"/>
                  </a:moveTo>
                  <a:cubicBezTo>
                    <a:pt x="1548" y="1"/>
                    <a:pt x="1483" y="38"/>
                    <a:pt x="1460" y="120"/>
                  </a:cubicBezTo>
                  <a:cubicBezTo>
                    <a:pt x="639" y="1154"/>
                    <a:pt x="1" y="3950"/>
                    <a:pt x="153" y="4467"/>
                  </a:cubicBezTo>
                  <a:cubicBezTo>
                    <a:pt x="167" y="4538"/>
                    <a:pt x="261" y="4655"/>
                    <a:pt x="378" y="4655"/>
                  </a:cubicBezTo>
                  <a:cubicBezTo>
                    <a:pt x="512" y="4655"/>
                    <a:pt x="678" y="4501"/>
                    <a:pt x="791" y="3950"/>
                  </a:cubicBezTo>
                  <a:cubicBezTo>
                    <a:pt x="1521" y="698"/>
                    <a:pt x="1642" y="1275"/>
                    <a:pt x="1855" y="242"/>
                  </a:cubicBezTo>
                  <a:cubicBezTo>
                    <a:pt x="1855" y="93"/>
                    <a:pt x="1730" y="1"/>
                    <a:pt x="1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6"/>
            <p:cNvSpPr/>
            <p:nvPr/>
          </p:nvSpPr>
          <p:spPr>
            <a:xfrm>
              <a:off x="3264388" y="3815625"/>
              <a:ext cx="72200" cy="127650"/>
            </a:xfrm>
            <a:custGeom>
              <a:rect b="b" l="l" r="r" t="t"/>
              <a:pathLst>
                <a:path extrusionOk="0" h="5106" w="2888">
                  <a:moveTo>
                    <a:pt x="378" y="1"/>
                  </a:moveTo>
                  <a:cubicBezTo>
                    <a:pt x="0" y="1"/>
                    <a:pt x="1312" y="4071"/>
                    <a:pt x="2236" y="4994"/>
                  </a:cubicBezTo>
                  <a:cubicBezTo>
                    <a:pt x="2267" y="5036"/>
                    <a:pt x="2387" y="5106"/>
                    <a:pt x="2497" y="5106"/>
                  </a:cubicBezTo>
                  <a:cubicBezTo>
                    <a:pt x="2710" y="5106"/>
                    <a:pt x="2887" y="4847"/>
                    <a:pt x="2327" y="3626"/>
                  </a:cubicBezTo>
                  <a:cubicBezTo>
                    <a:pt x="1133" y="942"/>
                    <a:pt x="560" y="1"/>
                    <a:pt x="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6"/>
            <p:cNvSpPr/>
            <p:nvPr/>
          </p:nvSpPr>
          <p:spPr>
            <a:xfrm>
              <a:off x="2612063" y="3419950"/>
              <a:ext cx="216250" cy="25950"/>
            </a:xfrm>
            <a:custGeom>
              <a:rect b="b" l="l" r="r" t="t"/>
              <a:pathLst>
                <a:path extrusionOk="0" h="1038" w="8650">
                  <a:moveTo>
                    <a:pt x="671" y="0"/>
                  </a:moveTo>
                  <a:cubicBezTo>
                    <a:pt x="549" y="0"/>
                    <a:pt x="431" y="10"/>
                    <a:pt x="304" y="31"/>
                  </a:cubicBezTo>
                  <a:cubicBezTo>
                    <a:pt x="61" y="61"/>
                    <a:pt x="0" y="487"/>
                    <a:pt x="243" y="578"/>
                  </a:cubicBezTo>
                  <a:cubicBezTo>
                    <a:pt x="879" y="913"/>
                    <a:pt x="2347" y="1037"/>
                    <a:pt x="3823" y="1037"/>
                  </a:cubicBezTo>
                  <a:cubicBezTo>
                    <a:pt x="6226" y="1037"/>
                    <a:pt x="8649" y="708"/>
                    <a:pt x="7538" y="426"/>
                  </a:cubicBezTo>
                  <a:cubicBezTo>
                    <a:pt x="7538" y="426"/>
                    <a:pt x="4955" y="395"/>
                    <a:pt x="3921" y="335"/>
                  </a:cubicBezTo>
                  <a:cubicBezTo>
                    <a:pt x="1911" y="209"/>
                    <a:pt x="1251" y="0"/>
                    <a:pt x="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6"/>
            <p:cNvSpPr/>
            <p:nvPr/>
          </p:nvSpPr>
          <p:spPr>
            <a:xfrm>
              <a:off x="2700413" y="3326775"/>
              <a:ext cx="130275" cy="50975"/>
            </a:xfrm>
            <a:custGeom>
              <a:rect b="b" l="l" r="r" t="t"/>
              <a:pathLst>
                <a:path extrusionOk="0" h="2039" w="5211">
                  <a:moveTo>
                    <a:pt x="588" y="1"/>
                  </a:moveTo>
                  <a:cubicBezTo>
                    <a:pt x="208" y="1"/>
                    <a:pt x="0" y="769"/>
                    <a:pt x="2515" y="1691"/>
                  </a:cubicBezTo>
                  <a:cubicBezTo>
                    <a:pt x="3203" y="1950"/>
                    <a:pt x="3778" y="2038"/>
                    <a:pt x="4203" y="2038"/>
                  </a:cubicBezTo>
                  <a:cubicBezTo>
                    <a:pt x="4923" y="2038"/>
                    <a:pt x="5211" y="1786"/>
                    <a:pt x="4886" y="1691"/>
                  </a:cubicBezTo>
                  <a:cubicBezTo>
                    <a:pt x="873" y="505"/>
                    <a:pt x="1633" y="323"/>
                    <a:pt x="691" y="19"/>
                  </a:cubicBezTo>
                  <a:cubicBezTo>
                    <a:pt x="657" y="7"/>
                    <a:pt x="622" y="1"/>
                    <a:pt x="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6"/>
            <p:cNvSpPr/>
            <p:nvPr/>
          </p:nvSpPr>
          <p:spPr>
            <a:xfrm>
              <a:off x="2656513" y="3490100"/>
              <a:ext cx="185625" cy="68225"/>
            </a:xfrm>
            <a:custGeom>
              <a:rect b="b" l="l" r="r" t="t"/>
              <a:pathLst>
                <a:path extrusionOk="0" h="2729" w="7425">
                  <a:moveTo>
                    <a:pt x="7021" y="1"/>
                  </a:moveTo>
                  <a:cubicBezTo>
                    <a:pt x="6056" y="1"/>
                    <a:pt x="1" y="2534"/>
                    <a:pt x="2143" y="2726"/>
                  </a:cubicBezTo>
                  <a:cubicBezTo>
                    <a:pt x="2162" y="2728"/>
                    <a:pt x="2181" y="2728"/>
                    <a:pt x="2201" y="2728"/>
                  </a:cubicBezTo>
                  <a:cubicBezTo>
                    <a:pt x="2648" y="2728"/>
                    <a:pt x="3235" y="2392"/>
                    <a:pt x="4575" y="1693"/>
                  </a:cubicBezTo>
                  <a:cubicBezTo>
                    <a:pt x="6935" y="445"/>
                    <a:pt x="7425" y="1"/>
                    <a:pt x="70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6"/>
            <p:cNvSpPr/>
            <p:nvPr/>
          </p:nvSpPr>
          <p:spPr>
            <a:xfrm>
              <a:off x="3535063" y="3409950"/>
              <a:ext cx="211525" cy="25900"/>
            </a:xfrm>
            <a:custGeom>
              <a:rect b="b" l="l" r="r" t="t"/>
              <a:pathLst>
                <a:path extrusionOk="0" h="1036" w="8461">
                  <a:moveTo>
                    <a:pt x="7662" y="1"/>
                  </a:moveTo>
                  <a:cubicBezTo>
                    <a:pt x="6076" y="1"/>
                    <a:pt x="1906" y="463"/>
                    <a:pt x="983" y="674"/>
                  </a:cubicBezTo>
                  <a:cubicBezTo>
                    <a:pt x="1" y="937"/>
                    <a:pt x="761" y="1036"/>
                    <a:pt x="2103" y="1036"/>
                  </a:cubicBezTo>
                  <a:cubicBezTo>
                    <a:pt x="4164" y="1036"/>
                    <a:pt x="7598" y="804"/>
                    <a:pt x="8187" y="583"/>
                  </a:cubicBezTo>
                  <a:cubicBezTo>
                    <a:pt x="8430" y="492"/>
                    <a:pt x="8461" y="127"/>
                    <a:pt x="8187" y="36"/>
                  </a:cubicBezTo>
                  <a:cubicBezTo>
                    <a:pt x="8086" y="11"/>
                    <a:pt x="7904" y="1"/>
                    <a:pt x="76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6"/>
            <p:cNvSpPr/>
            <p:nvPr/>
          </p:nvSpPr>
          <p:spPr>
            <a:xfrm>
              <a:off x="3543488" y="3289800"/>
              <a:ext cx="129675" cy="93425"/>
            </a:xfrm>
            <a:custGeom>
              <a:rect b="b" l="l" r="r" t="t"/>
              <a:pathLst>
                <a:path extrusionOk="0" h="3737" w="5187">
                  <a:moveTo>
                    <a:pt x="4303" y="0"/>
                  </a:moveTo>
                  <a:cubicBezTo>
                    <a:pt x="4257" y="0"/>
                    <a:pt x="4220" y="4"/>
                    <a:pt x="4203" y="9"/>
                  </a:cubicBezTo>
                  <a:cubicBezTo>
                    <a:pt x="3686" y="252"/>
                    <a:pt x="950" y="2440"/>
                    <a:pt x="130" y="3352"/>
                  </a:cubicBezTo>
                  <a:cubicBezTo>
                    <a:pt x="0" y="3533"/>
                    <a:pt x="135" y="3737"/>
                    <a:pt x="310" y="3737"/>
                  </a:cubicBezTo>
                  <a:cubicBezTo>
                    <a:pt x="340" y="3737"/>
                    <a:pt x="372" y="3730"/>
                    <a:pt x="403" y="3717"/>
                  </a:cubicBezTo>
                  <a:cubicBezTo>
                    <a:pt x="1194" y="3291"/>
                    <a:pt x="1741" y="2835"/>
                    <a:pt x="3595" y="1437"/>
                  </a:cubicBezTo>
                  <a:cubicBezTo>
                    <a:pt x="5187" y="159"/>
                    <a:pt x="4583" y="0"/>
                    <a:pt x="4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6"/>
            <p:cNvSpPr/>
            <p:nvPr/>
          </p:nvSpPr>
          <p:spPr>
            <a:xfrm>
              <a:off x="3557288" y="3485000"/>
              <a:ext cx="135125" cy="53550"/>
            </a:xfrm>
            <a:custGeom>
              <a:rect b="b" l="l" r="r" t="t"/>
              <a:pathLst>
                <a:path extrusionOk="0" h="2142" w="5405">
                  <a:moveTo>
                    <a:pt x="321" y="0"/>
                  </a:moveTo>
                  <a:cubicBezTo>
                    <a:pt x="76" y="0"/>
                    <a:pt x="0" y="385"/>
                    <a:pt x="277" y="468"/>
                  </a:cubicBezTo>
                  <a:cubicBezTo>
                    <a:pt x="915" y="711"/>
                    <a:pt x="4411" y="2049"/>
                    <a:pt x="5110" y="2140"/>
                  </a:cubicBezTo>
                  <a:cubicBezTo>
                    <a:pt x="5120" y="2141"/>
                    <a:pt x="5130" y="2142"/>
                    <a:pt x="5140" y="2142"/>
                  </a:cubicBezTo>
                  <a:cubicBezTo>
                    <a:pt x="5358" y="2142"/>
                    <a:pt x="5405" y="1830"/>
                    <a:pt x="5201" y="1684"/>
                  </a:cubicBezTo>
                  <a:cubicBezTo>
                    <a:pt x="4684" y="1319"/>
                    <a:pt x="1006" y="195"/>
                    <a:pt x="398" y="12"/>
                  </a:cubicBezTo>
                  <a:cubicBezTo>
                    <a:pt x="371" y="4"/>
                    <a:pt x="345" y="0"/>
                    <a:pt x="3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6"/>
            <p:cNvSpPr/>
            <p:nvPr/>
          </p:nvSpPr>
          <p:spPr>
            <a:xfrm>
              <a:off x="2782963" y="3213600"/>
              <a:ext cx="83675" cy="30100"/>
            </a:xfrm>
            <a:custGeom>
              <a:rect b="b" l="l" r="r" t="t"/>
              <a:pathLst>
                <a:path extrusionOk="0" h="1204" w="3347">
                  <a:moveTo>
                    <a:pt x="813" y="0"/>
                  </a:moveTo>
                  <a:cubicBezTo>
                    <a:pt x="1" y="0"/>
                    <a:pt x="1377" y="1204"/>
                    <a:pt x="2903" y="1204"/>
                  </a:cubicBezTo>
                  <a:cubicBezTo>
                    <a:pt x="2929" y="1204"/>
                    <a:pt x="2956" y="1203"/>
                    <a:pt x="2982" y="1203"/>
                  </a:cubicBezTo>
                  <a:cubicBezTo>
                    <a:pt x="3347" y="1172"/>
                    <a:pt x="3347" y="929"/>
                    <a:pt x="3255" y="868"/>
                  </a:cubicBezTo>
                  <a:cubicBezTo>
                    <a:pt x="1923" y="225"/>
                    <a:pt x="1164" y="0"/>
                    <a:pt x="8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6"/>
            <p:cNvSpPr/>
            <p:nvPr/>
          </p:nvSpPr>
          <p:spPr>
            <a:xfrm>
              <a:off x="2828738" y="3114275"/>
              <a:ext cx="86700" cy="81575"/>
            </a:xfrm>
            <a:custGeom>
              <a:rect b="b" l="l" r="r" t="t"/>
              <a:pathLst>
                <a:path extrusionOk="0" h="3263" w="3468">
                  <a:moveTo>
                    <a:pt x="376" y="0"/>
                  </a:moveTo>
                  <a:cubicBezTo>
                    <a:pt x="192" y="0"/>
                    <a:pt x="0" y="186"/>
                    <a:pt x="87" y="403"/>
                  </a:cubicBezTo>
                  <a:cubicBezTo>
                    <a:pt x="711" y="2155"/>
                    <a:pt x="2755" y="3263"/>
                    <a:pt x="3290" y="3263"/>
                  </a:cubicBezTo>
                  <a:cubicBezTo>
                    <a:pt x="3432" y="3263"/>
                    <a:pt x="3467" y="3184"/>
                    <a:pt x="3339" y="3017"/>
                  </a:cubicBezTo>
                  <a:cubicBezTo>
                    <a:pt x="2975" y="2562"/>
                    <a:pt x="2367" y="2318"/>
                    <a:pt x="1181" y="890"/>
                  </a:cubicBezTo>
                  <a:cubicBezTo>
                    <a:pt x="938" y="616"/>
                    <a:pt x="786" y="312"/>
                    <a:pt x="573" y="99"/>
                  </a:cubicBezTo>
                  <a:cubicBezTo>
                    <a:pt x="521" y="30"/>
                    <a:pt x="449" y="0"/>
                    <a:pt x="3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6"/>
            <p:cNvSpPr/>
            <p:nvPr/>
          </p:nvSpPr>
          <p:spPr>
            <a:xfrm>
              <a:off x="2903888" y="3065600"/>
              <a:ext cx="56425" cy="79225"/>
            </a:xfrm>
            <a:custGeom>
              <a:rect b="b" l="l" r="r" t="t"/>
              <a:pathLst>
                <a:path extrusionOk="0" h="3169" w="2257">
                  <a:moveTo>
                    <a:pt x="582" y="1"/>
                  </a:moveTo>
                  <a:cubicBezTo>
                    <a:pt x="290" y="1"/>
                    <a:pt x="0" y="586"/>
                    <a:pt x="759" y="1925"/>
                  </a:cubicBezTo>
                  <a:cubicBezTo>
                    <a:pt x="1299" y="2861"/>
                    <a:pt x="1775" y="3168"/>
                    <a:pt x="2023" y="3168"/>
                  </a:cubicBezTo>
                  <a:cubicBezTo>
                    <a:pt x="2194" y="3168"/>
                    <a:pt x="2256" y="3023"/>
                    <a:pt x="2157" y="2837"/>
                  </a:cubicBezTo>
                  <a:cubicBezTo>
                    <a:pt x="1701" y="1955"/>
                    <a:pt x="1823" y="2806"/>
                    <a:pt x="850" y="223"/>
                  </a:cubicBezTo>
                  <a:cubicBezTo>
                    <a:pt x="793" y="77"/>
                    <a:pt x="688" y="1"/>
                    <a:pt x="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6"/>
            <p:cNvSpPr/>
            <p:nvPr/>
          </p:nvSpPr>
          <p:spPr>
            <a:xfrm>
              <a:off x="3409463" y="3079250"/>
              <a:ext cx="52975" cy="73025"/>
            </a:xfrm>
            <a:custGeom>
              <a:rect b="b" l="l" r="r" t="t"/>
              <a:pathLst>
                <a:path extrusionOk="0" h="2921" w="2119">
                  <a:moveTo>
                    <a:pt x="1774" y="0"/>
                  </a:moveTo>
                  <a:cubicBezTo>
                    <a:pt x="1734" y="0"/>
                    <a:pt x="1695" y="13"/>
                    <a:pt x="1661" y="42"/>
                  </a:cubicBezTo>
                  <a:cubicBezTo>
                    <a:pt x="1023" y="528"/>
                    <a:pt x="263" y="1683"/>
                    <a:pt x="20" y="2716"/>
                  </a:cubicBezTo>
                  <a:cubicBezTo>
                    <a:pt x="1" y="2830"/>
                    <a:pt x="88" y="2920"/>
                    <a:pt x="179" y="2920"/>
                  </a:cubicBezTo>
                  <a:cubicBezTo>
                    <a:pt x="233" y="2920"/>
                    <a:pt x="289" y="2888"/>
                    <a:pt x="323" y="2808"/>
                  </a:cubicBezTo>
                  <a:cubicBezTo>
                    <a:pt x="1782" y="497"/>
                    <a:pt x="1539" y="1045"/>
                    <a:pt x="1995" y="376"/>
                  </a:cubicBezTo>
                  <a:cubicBezTo>
                    <a:pt x="2118" y="228"/>
                    <a:pt x="1942" y="0"/>
                    <a:pt x="1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6"/>
            <p:cNvSpPr/>
            <p:nvPr/>
          </p:nvSpPr>
          <p:spPr>
            <a:xfrm>
              <a:off x="3446388" y="3115350"/>
              <a:ext cx="92750" cy="64000"/>
            </a:xfrm>
            <a:custGeom>
              <a:rect b="b" l="l" r="r" t="t"/>
              <a:pathLst>
                <a:path extrusionOk="0" h="2560" w="3710">
                  <a:moveTo>
                    <a:pt x="3161" y="1"/>
                  </a:moveTo>
                  <a:cubicBezTo>
                    <a:pt x="2398" y="1"/>
                    <a:pt x="1" y="2560"/>
                    <a:pt x="468" y="2560"/>
                  </a:cubicBezTo>
                  <a:cubicBezTo>
                    <a:pt x="578" y="2560"/>
                    <a:pt x="849" y="2417"/>
                    <a:pt x="1339" y="2063"/>
                  </a:cubicBezTo>
                  <a:cubicBezTo>
                    <a:pt x="1947" y="1637"/>
                    <a:pt x="3710" y="421"/>
                    <a:pt x="3315" y="56"/>
                  </a:cubicBezTo>
                  <a:cubicBezTo>
                    <a:pt x="3276" y="18"/>
                    <a:pt x="3224" y="1"/>
                    <a:pt x="3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6"/>
            <p:cNvSpPr/>
            <p:nvPr/>
          </p:nvSpPr>
          <p:spPr>
            <a:xfrm>
              <a:off x="3464488" y="3190425"/>
              <a:ext cx="136400" cy="37025"/>
            </a:xfrm>
            <a:custGeom>
              <a:rect b="b" l="l" r="r" t="t"/>
              <a:pathLst>
                <a:path extrusionOk="0" h="1481" w="5456">
                  <a:moveTo>
                    <a:pt x="4585" y="0"/>
                  </a:moveTo>
                  <a:cubicBezTo>
                    <a:pt x="4578" y="0"/>
                    <a:pt x="4572" y="1"/>
                    <a:pt x="4566" y="2"/>
                  </a:cubicBezTo>
                  <a:cubicBezTo>
                    <a:pt x="1733" y="356"/>
                    <a:pt x="0" y="1480"/>
                    <a:pt x="1149" y="1480"/>
                  </a:cubicBezTo>
                  <a:cubicBezTo>
                    <a:pt x="1479" y="1480"/>
                    <a:pt x="2046" y="1388"/>
                    <a:pt x="2895" y="1157"/>
                  </a:cubicBezTo>
                  <a:cubicBezTo>
                    <a:pt x="5456" y="450"/>
                    <a:pt x="4795" y="0"/>
                    <a:pt x="4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6"/>
            <p:cNvSpPr/>
            <p:nvPr/>
          </p:nvSpPr>
          <p:spPr>
            <a:xfrm>
              <a:off x="3410013" y="3743600"/>
              <a:ext cx="46375" cy="69475"/>
            </a:xfrm>
            <a:custGeom>
              <a:rect b="b" l="l" r="r" t="t"/>
              <a:pathLst>
                <a:path extrusionOk="0" h="2779" w="1855">
                  <a:moveTo>
                    <a:pt x="492" y="1"/>
                  </a:moveTo>
                  <a:cubicBezTo>
                    <a:pt x="235" y="1"/>
                    <a:pt x="0" y="502"/>
                    <a:pt x="1031" y="2191"/>
                  </a:cubicBezTo>
                  <a:cubicBezTo>
                    <a:pt x="1303" y="2640"/>
                    <a:pt x="1501" y="2778"/>
                    <a:pt x="1633" y="2778"/>
                  </a:cubicBezTo>
                  <a:cubicBezTo>
                    <a:pt x="1796" y="2778"/>
                    <a:pt x="1855" y="2566"/>
                    <a:pt x="1821" y="2465"/>
                  </a:cubicBezTo>
                  <a:cubicBezTo>
                    <a:pt x="1821" y="2465"/>
                    <a:pt x="1122" y="1371"/>
                    <a:pt x="727" y="185"/>
                  </a:cubicBezTo>
                  <a:cubicBezTo>
                    <a:pt x="693" y="75"/>
                    <a:pt x="591" y="1"/>
                    <a:pt x="4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6"/>
            <p:cNvSpPr/>
            <p:nvPr/>
          </p:nvSpPr>
          <p:spPr>
            <a:xfrm>
              <a:off x="3458288" y="3697250"/>
              <a:ext cx="96525" cy="75000"/>
            </a:xfrm>
            <a:custGeom>
              <a:rect b="b" l="l" r="r" t="t"/>
              <a:pathLst>
                <a:path extrusionOk="0" h="3000" w="3861">
                  <a:moveTo>
                    <a:pt x="458" y="0"/>
                  </a:moveTo>
                  <a:cubicBezTo>
                    <a:pt x="189" y="0"/>
                    <a:pt x="1" y="504"/>
                    <a:pt x="2565" y="2495"/>
                  </a:cubicBezTo>
                  <a:cubicBezTo>
                    <a:pt x="3083" y="2877"/>
                    <a:pt x="3401" y="3000"/>
                    <a:pt x="3587" y="3000"/>
                  </a:cubicBezTo>
                  <a:cubicBezTo>
                    <a:pt x="3861" y="3000"/>
                    <a:pt x="3853" y="2737"/>
                    <a:pt x="3781" y="2647"/>
                  </a:cubicBezTo>
                  <a:cubicBezTo>
                    <a:pt x="3386" y="2130"/>
                    <a:pt x="2839" y="1948"/>
                    <a:pt x="620" y="64"/>
                  </a:cubicBezTo>
                  <a:cubicBezTo>
                    <a:pt x="581" y="25"/>
                    <a:pt x="518" y="0"/>
                    <a:pt x="4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6"/>
            <p:cNvSpPr/>
            <p:nvPr/>
          </p:nvSpPr>
          <p:spPr>
            <a:xfrm>
              <a:off x="3504563" y="3654575"/>
              <a:ext cx="96925" cy="36550"/>
            </a:xfrm>
            <a:custGeom>
              <a:rect b="b" l="l" r="r" t="t"/>
              <a:pathLst>
                <a:path extrusionOk="0" h="1462" w="3877">
                  <a:moveTo>
                    <a:pt x="326" y="1"/>
                  </a:moveTo>
                  <a:cubicBezTo>
                    <a:pt x="116" y="1"/>
                    <a:pt x="1" y="321"/>
                    <a:pt x="197" y="433"/>
                  </a:cubicBezTo>
                  <a:cubicBezTo>
                    <a:pt x="1648" y="1176"/>
                    <a:pt x="2687" y="1462"/>
                    <a:pt x="3149" y="1462"/>
                  </a:cubicBezTo>
                  <a:cubicBezTo>
                    <a:pt x="3877" y="1462"/>
                    <a:pt x="3170" y="752"/>
                    <a:pt x="380" y="8"/>
                  </a:cubicBezTo>
                  <a:cubicBezTo>
                    <a:pt x="361" y="3"/>
                    <a:pt x="34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6"/>
            <p:cNvSpPr/>
            <p:nvPr/>
          </p:nvSpPr>
          <p:spPr>
            <a:xfrm>
              <a:off x="2792213" y="3666775"/>
              <a:ext cx="117750" cy="49000"/>
            </a:xfrm>
            <a:custGeom>
              <a:rect b="b" l="l" r="r" t="t"/>
              <a:pathLst>
                <a:path extrusionOk="0" h="1960" w="4710">
                  <a:moveTo>
                    <a:pt x="4301" y="1"/>
                  </a:moveTo>
                  <a:cubicBezTo>
                    <a:pt x="3350" y="1"/>
                    <a:pt x="442" y="1163"/>
                    <a:pt x="180" y="1556"/>
                  </a:cubicBezTo>
                  <a:cubicBezTo>
                    <a:pt x="1" y="1852"/>
                    <a:pt x="83" y="1960"/>
                    <a:pt x="301" y="1960"/>
                  </a:cubicBezTo>
                  <a:cubicBezTo>
                    <a:pt x="822" y="1960"/>
                    <a:pt x="2117" y="1341"/>
                    <a:pt x="2460" y="1191"/>
                  </a:cubicBezTo>
                  <a:cubicBezTo>
                    <a:pt x="4405" y="401"/>
                    <a:pt x="4709" y="401"/>
                    <a:pt x="4588" y="97"/>
                  </a:cubicBezTo>
                  <a:cubicBezTo>
                    <a:pt x="4554" y="30"/>
                    <a:pt x="4452" y="1"/>
                    <a:pt x="43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6"/>
            <p:cNvSpPr/>
            <p:nvPr/>
          </p:nvSpPr>
          <p:spPr>
            <a:xfrm>
              <a:off x="2835263" y="3723750"/>
              <a:ext cx="108250" cy="102800"/>
            </a:xfrm>
            <a:custGeom>
              <a:rect b="b" l="l" r="r" t="t"/>
              <a:pathLst>
                <a:path extrusionOk="0" h="4112" w="4330">
                  <a:moveTo>
                    <a:pt x="4090" y="1"/>
                  </a:moveTo>
                  <a:cubicBezTo>
                    <a:pt x="4057" y="1"/>
                    <a:pt x="4022" y="11"/>
                    <a:pt x="3990" y="37"/>
                  </a:cubicBezTo>
                  <a:cubicBezTo>
                    <a:pt x="3230" y="554"/>
                    <a:pt x="282" y="3320"/>
                    <a:pt x="100" y="3715"/>
                  </a:cubicBezTo>
                  <a:cubicBezTo>
                    <a:pt x="0" y="3913"/>
                    <a:pt x="124" y="4112"/>
                    <a:pt x="322" y="4112"/>
                  </a:cubicBezTo>
                  <a:cubicBezTo>
                    <a:pt x="366" y="4112"/>
                    <a:pt x="414" y="4102"/>
                    <a:pt x="464" y="4080"/>
                  </a:cubicBezTo>
                  <a:cubicBezTo>
                    <a:pt x="768" y="3928"/>
                    <a:pt x="3534" y="1192"/>
                    <a:pt x="4233" y="250"/>
                  </a:cubicBezTo>
                  <a:cubicBezTo>
                    <a:pt x="4329" y="154"/>
                    <a:pt x="4217" y="1"/>
                    <a:pt x="40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6"/>
            <p:cNvSpPr/>
            <p:nvPr/>
          </p:nvSpPr>
          <p:spPr>
            <a:xfrm>
              <a:off x="2934538" y="3761625"/>
              <a:ext cx="60275" cy="127925"/>
            </a:xfrm>
            <a:custGeom>
              <a:rect b="b" l="l" r="r" t="t"/>
              <a:pathLst>
                <a:path extrusionOk="0" h="5117" w="2411">
                  <a:moveTo>
                    <a:pt x="2139" y="0"/>
                  </a:moveTo>
                  <a:cubicBezTo>
                    <a:pt x="2072" y="0"/>
                    <a:pt x="2006" y="30"/>
                    <a:pt x="1965" y="103"/>
                  </a:cubicBezTo>
                  <a:cubicBezTo>
                    <a:pt x="0" y="4331"/>
                    <a:pt x="197" y="5117"/>
                    <a:pt x="471" y="5117"/>
                  </a:cubicBezTo>
                  <a:cubicBezTo>
                    <a:pt x="557" y="5117"/>
                    <a:pt x="651" y="5039"/>
                    <a:pt x="688" y="4966"/>
                  </a:cubicBezTo>
                  <a:cubicBezTo>
                    <a:pt x="749" y="4814"/>
                    <a:pt x="2360" y="285"/>
                    <a:pt x="2390" y="255"/>
                  </a:cubicBezTo>
                  <a:cubicBezTo>
                    <a:pt x="2410" y="114"/>
                    <a:pt x="2271" y="0"/>
                    <a:pt x="21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6"/>
            <p:cNvSpPr/>
            <p:nvPr/>
          </p:nvSpPr>
          <p:spPr>
            <a:xfrm>
              <a:off x="3215213" y="3489425"/>
              <a:ext cx="144875" cy="155575"/>
            </a:xfrm>
            <a:custGeom>
              <a:rect b="b" l="l" r="r" t="t"/>
              <a:pathLst>
                <a:path extrusionOk="0" h="6223" w="5795">
                  <a:moveTo>
                    <a:pt x="5526" y="1"/>
                  </a:moveTo>
                  <a:cubicBezTo>
                    <a:pt x="5502" y="1"/>
                    <a:pt x="5476" y="6"/>
                    <a:pt x="5449" y="18"/>
                  </a:cubicBezTo>
                  <a:cubicBezTo>
                    <a:pt x="4720" y="291"/>
                    <a:pt x="1376" y="2905"/>
                    <a:pt x="39" y="6066"/>
                  </a:cubicBezTo>
                  <a:cubicBezTo>
                    <a:pt x="0" y="6163"/>
                    <a:pt x="96" y="6222"/>
                    <a:pt x="186" y="6222"/>
                  </a:cubicBezTo>
                  <a:cubicBezTo>
                    <a:pt x="239" y="6222"/>
                    <a:pt x="290" y="6202"/>
                    <a:pt x="312" y="6158"/>
                  </a:cubicBezTo>
                  <a:cubicBezTo>
                    <a:pt x="3230" y="1416"/>
                    <a:pt x="4902" y="1112"/>
                    <a:pt x="5662" y="382"/>
                  </a:cubicBezTo>
                  <a:cubicBezTo>
                    <a:pt x="5795" y="250"/>
                    <a:pt x="5695" y="1"/>
                    <a:pt x="5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6"/>
            <p:cNvSpPr/>
            <p:nvPr/>
          </p:nvSpPr>
          <p:spPr>
            <a:xfrm>
              <a:off x="3201938" y="3262975"/>
              <a:ext cx="82800" cy="101175"/>
            </a:xfrm>
            <a:custGeom>
              <a:rect b="b" l="l" r="r" t="t"/>
              <a:pathLst>
                <a:path extrusionOk="0" h="4047" w="3312">
                  <a:moveTo>
                    <a:pt x="273" y="1"/>
                  </a:moveTo>
                  <a:cubicBezTo>
                    <a:pt x="144" y="1"/>
                    <a:pt x="0" y="146"/>
                    <a:pt x="83" y="291"/>
                  </a:cubicBezTo>
                  <a:cubicBezTo>
                    <a:pt x="752" y="1659"/>
                    <a:pt x="1725" y="2966"/>
                    <a:pt x="2849" y="3969"/>
                  </a:cubicBezTo>
                  <a:cubicBezTo>
                    <a:pt x="2912" y="4024"/>
                    <a:pt x="2977" y="4047"/>
                    <a:pt x="3035" y="4047"/>
                  </a:cubicBezTo>
                  <a:cubicBezTo>
                    <a:pt x="3201" y="4047"/>
                    <a:pt x="3311" y="3861"/>
                    <a:pt x="3153" y="3726"/>
                  </a:cubicBezTo>
                  <a:cubicBezTo>
                    <a:pt x="2089" y="2662"/>
                    <a:pt x="1147" y="1446"/>
                    <a:pt x="418" y="109"/>
                  </a:cubicBezTo>
                  <a:cubicBezTo>
                    <a:pt x="389" y="32"/>
                    <a:pt x="332" y="1"/>
                    <a:pt x="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4" name="Google Shape;334;p36"/>
          <p:cNvGrpSpPr/>
          <p:nvPr/>
        </p:nvGrpSpPr>
        <p:grpSpPr>
          <a:xfrm>
            <a:off x="4005700" y="2553575"/>
            <a:ext cx="1198375" cy="1182175"/>
            <a:chOff x="3983663" y="2858375"/>
            <a:chExt cx="1198375" cy="1182175"/>
          </a:xfrm>
        </p:grpSpPr>
        <p:sp>
          <p:nvSpPr>
            <p:cNvPr id="335" name="Google Shape;335;p36"/>
            <p:cNvSpPr/>
            <p:nvPr/>
          </p:nvSpPr>
          <p:spPr>
            <a:xfrm>
              <a:off x="4195663" y="3117575"/>
              <a:ext cx="697450" cy="636650"/>
            </a:xfrm>
            <a:custGeom>
              <a:rect b="b" l="l" r="r" t="t"/>
              <a:pathLst>
                <a:path extrusionOk="0" h="25466" w="27898">
                  <a:moveTo>
                    <a:pt x="15442" y="940"/>
                  </a:moveTo>
                  <a:cubicBezTo>
                    <a:pt x="16870" y="6837"/>
                    <a:pt x="21551" y="10636"/>
                    <a:pt x="26445" y="13098"/>
                  </a:cubicBezTo>
                  <a:cubicBezTo>
                    <a:pt x="21521" y="14953"/>
                    <a:pt x="16658" y="20181"/>
                    <a:pt x="15472" y="24588"/>
                  </a:cubicBezTo>
                  <a:cubicBezTo>
                    <a:pt x="13983" y="20393"/>
                    <a:pt x="11703" y="16867"/>
                    <a:pt x="7752" y="14922"/>
                  </a:cubicBezTo>
                  <a:cubicBezTo>
                    <a:pt x="1" y="11153"/>
                    <a:pt x="5320" y="15074"/>
                    <a:pt x="11095" y="9086"/>
                  </a:cubicBezTo>
                  <a:cubicBezTo>
                    <a:pt x="13253" y="6837"/>
                    <a:pt x="14408" y="3828"/>
                    <a:pt x="15442" y="940"/>
                  </a:cubicBezTo>
                  <a:close/>
                  <a:moveTo>
                    <a:pt x="15347" y="0"/>
                  </a:moveTo>
                  <a:cubicBezTo>
                    <a:pt x="14589" y="0"/>
                    <a:pt x="13849" y="7722"/>
                    <a:pt x="7387" y="11214"/>
                  </a:cubicBezTo>
                  <a:cubicBezTo>
                    <a:pt x="3496" y="13281"/>
                    <a:pt x="244" y="11731"/>
                    <a:pt x="7174" y="15196"/>
                  </a:cubicBezTo>
                  <a:cubicBezTo>
                    <a:pt x="11338" y="17232"/>
                    <a:pt x="13466" y="20788"/>
                    <a:pt x="14925" y="25135"/>
                  </a:cubicBezTo>
                  <a:cubicBezTo>
                    <a:pt x="15003" y="25362"/>
                    <a:pt x="15085" y="25466"/>
                    <a:pt x="15179" y="25466"/>
                  </a:cubicBezTo>
                  <a:cubicBezTo>
                    <a:pt x="15971" y="25466"/>
                    <a:pt x="17646" y="18140"/>
                    <a:pt x="25168" y="14284"/>
                  </a:cubicBezTo>
                  <a:cubicBezTo>
                    <a:pt x="25807" y="13919"/>
                    <a:pt x="26536" y="13737"/>
                    <a:pt x="27144" y="13402"/>
                  </a:cubicBezTo>
                  <a:cubicBezTo>
                    <a:pt x="27279" y="13470"/>
                    <a:pt x="27393" y="13498"/>
                    <a:pt x="27486" y="13498"/>
                  </a:cubicBezTo>
                  <a:cubicBezTo>
                    <a:pt x="27854" y="13498"/>
                    <a:pt x="27897" y="13062"/>
                    <a:pt x="27630" y="12916"/>
                  </a:cubicBezTo>
                  <a:cubicBezTo>
                    <a:pt x="18056" y="8265"/>
                    <a:pt x="17417" y="4192"/>
                    <a:pt x="15594" y="271"/>
                  </a:cubicBezTo>
                  <a:cubicBezTo>
                    <a:pt x="15507" y="86"/>
                    <a:pt x="15427" y="0"/>
                    <a:pt x="15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6"/>
            <p:cNvSpPr/>
            <p:nvPr/>
          </p:nvSpPr>
          <p:spPr>
            <a:xfrm>
              <a:off x="4574088" y="2858375"/>
              <a:ext cx="21300" cy="207475"/>
            </a:xfrm>
            <a:custGeom>
              <a:rect b="b" l="l" r="r" t="t"/>
              <a:pathLst>
                <a:path extrusionOk="0" h="8299" w="852">
                  <a:moveTo>
                    <a:pt x="510" y="1"/>
                  </a:moveTo>
                  <a:cubicBezTo>
                    <a:pt x="411" y="1"/>
                    <a:pt x="320" y="62"/>
                    <a:pt x="305" y="183"/>
                  </a:cubicBezTo>
                  <a:cubicBezTo>
                    <a:pt x="62" y="1004"/>
                    <a:pt x="396" y="1217"/>
                    <a:pt x="1" y="8086"/>
                  </a:cubicBezTo>
                  <a:cubicBezTo>
                    <a:pt x="1" y="8097"/>
                    <a:pt x="51" y="8298"/>
                    <a:pt x="129" y="8298"/>
                  </a:cubicBezTo>
                  <a:cubicBezTo>
                    <a:pt x="268" y="8298"/>
                    <a:pt x="494" y="7648"/>
                    <a:pt x="669" y="4074"/>
                  </a:cubicBezTo>
                  <a:cubicBezTo>
                    <a:pt x="669" y="4044"/>
                    <a:pt x="852" y="609"/>
                    <a:pt x="761" y="183"/>
                  </a:cubicBezTo>
                  <a:cubicBezTo>
                    <a:pt x="715" y="62"/>
                    <a:pt x="609" y="1"/>
                    <a:pt x="5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6"/>
            <p:cNvSpPr/>
            <p:nvPr/>
          </p:nvSpPr>
          <p:spPr>
            <a:xfrm>
              <a:off x="4559663" y="3836200"/>
              <a:ext cx="24650" cy="204350"/>
            </a:xfrm>
            <a:custGeom>
              <a:rect b="b" l="l" r="r" t="t"/>
              <a:pathLst>
                <a:path extrusionOk="0" h="8174" w="986">
                  <a:moveTo>
                    <a:pt x="688" y="1"/>
                  </a:moveTo>
                  <a:cubicBezTo>
                    <a:pt x="628" y="1"/>
                    <a:pt x="578" y="141"/>
                    <a:pt x="578" y="189"/>
                  </a:cubicBezTo>
                  <a:cubicBezTo>
                    <a:pt x="426" y="1375"/>
                    <a:pt x="639" y="2621"/>
                    <a:pt x="0" y="7880"/>
                  </a:cubicBezTo>
                  <a:cubicBezTo>
                    <a:pt x="0" y="7891"/>
                    <a:pt x="89" y="8173"/>
                    <a:pt x="211" y="8173"/>
                  </a:cubicBezTo>
                  <a:cubicBezTo>
                    <a:pt x="401" y="8173"/>
                    <a:pt x="673" y="7491"/>
                    <a:pt x="821" y="4050"/>
                  </a:cubicBezTo>
                  <a:cubicBezTo>
                    <a:pt x="986" y="625"/>
                    <a:pt x="815" y="1"/>
                    <a:pt x="6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6"/>
            <p:cNvSpPr/>
            <p:nvPr/>
          </p:nvSpPr>
          <p:spPr>
            <a:xfrm>
              <a:off x="3983663" y="3424500"/>
              <a:ext cx="218850" cy="20850"/>
            </a:xfrm>
            <a:custGeom>
              <a:rect b="b" l="l" r="r" t="t"/>
              <a:pathLst>
                <a:path extrusionOk="0" h="834" w="8754">
                  <a:moveTo>
                    <a:pt x="517" y="1"/>
                  </a:moveTo>
                  <a:cubicBezTo>
                    <a:pt x="0" y="1"/>
                    <a:pt x="61" y="669"/>
                    <a:pt x="517" y="700"/>
                  </a:cubicBezTo>
                  <a:cubicBezTo>
                    <a:pt x="1380" y="800"/>
                    <a:pt x="2794" y="833"/>
                    <a:pt x="4240" y="833"/>
                  </a:cubicBezTo>
                  <a:cubicBezTo>
                    <a:pt x="5852" y="833"/>
                    <a:pt x="7504" y="793"/>
                    <a:pt x="8481" y="761"/>
                  </a:cubicBezTo>
                  <a:cubicBezTo>
                    <a:pt x="8491" y="762"/>
                    <a:pt x="8501" y="762"/>
                    <a:pt x="8510" y="762"/>
                  </a:cubicBezTo>
                  <a:cubicBezTo>
                    <a:pt x="8754" y="762"/>
                    <a:pt x="8744" y="396"/>
                    <a:pt x="8481" y="396"/>
                  </a:cubicBezTo>
                  <a:cubicBezTo>
                    <a:pt x="8207" y="396"/>
                    <a:pt x="1611" y="1"/>
                    <a:pt x="5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6"/>
            <p:cNvSpPr/>
            <p:nvPr/>
          </p:nvSpPr>
          <p:spPr>
            <a:xfrm>
              <a:off x="4956313" y="3424650"/>
              <a:ext cx="225725" cy="17550"/>
            </a:xfrm>
            <a:custGeom>
              <a:rect b="b" l="l" r="r" t="t"/>
              <a:pathLst>
                <a:path extrusionOk="0" h="702" w="9029">
                  <a:moveTo>
                    <a:pt x="8257" y="0"/>
                  </a:moveTo>
                  <a:cubicBezTo>
                    <a:pt x="7775" y="0"/>
                    <a:pt x="6364" y="82"/>
                    <a:pt x="274" y="207"/>
                  </a:cubicBezTo>
                  <a:cubicBezTo>
                    <a:pt x="1" y="207"/>
                    <a:pt x="1" y="603"/>
                    <a:pt x="274" y="603"/>
                  </a:cubicBezTo>
                  <a:cubicBezTo>
                    <a:pt x="5436" y="657"/>
                    <a:pt x="7259" y="701"/>
                    <a:pt x="7998" y="701"/>
                  </a:cubicBezTo>
                  <a:cubicBezTo>
                    <a:pt x="8490" y="701"/>
                    <a:pt x="8499" y="682"/>
                    <a:pt x="8694" y="633"/>
                  </a:cubicBezTo>
                  <a:cubicBezTo>
                    <a:pt x="9028" y="603"/>
                    <a:pt x="9028" y="86"/>
                    <a:pt x="8694" y="55"/>
                  </a:cubicBezTo>
                  <a:cubicBezTo>
                    <a:pt x="8503" y="17"/>
                    <a:pt x="8477" y="0"/>
                    <a:pt x="8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6"/>
            <p:cNvSpPr/>
            <p:nvPr/>
          </p:nvSpPr>
          <p:spPr>
            <a:xfrm>
              <a:off x="4749638" y="3010775"/>
              <a:ext cx="251375" cy="267850"/>
            </a:xfrm>
            <a:custGeom>
              <a:rect b="b" l="l" r="r" t="t"/>
              <a:pathLst>
                <a:path extrusionOk="0" h="10714" w="10055">
                  <a:moveTo>
                    <a:pt x="9662" y="0"/>
                  </a:moveTo>
                  <a:cubicBezTo>
                    <a:pt x="9593" y="0"/>
                    <a:pt x="9520" y="23"/>
                    <a:pt x="9453" y="75"/>
                  </a:cubicBezTo>
                  <a:cubicBezTo>
                    <a:pt x="8936" y="592"/>
                    <a:pt x="9180" y="531"/>
                    <a:pt x="7265" y="2781"/>
                  </a:cubicBezTo>
                  <a:cubicBezTo>
                    <a:pt x="4620" y="5820"/>
                    <a:pt x="2493" y="7887"/>
                    <a:pt x="152" y="10501"/>
                  </a:cubicBezTo>
                  <a:cubicBezTo>
                    <a:pt x="32" y="10639"/>
                    <a:pt x="1" y="10714"/>
                    <a:pt x="55" y="10714"/>
                  </a:cubicBezTo>
                  <a:cubicBezTo>
                    <a:pt x="362" y="10714"/>
                    <a:pt x="3383" y="8375"/>
                    <a:pt x="8876" y="1747"/>
                  </a:cubicBezTo>
                  <a:cubicBezTo>
                    <a:pt x="9240" y="1352"/>
                    <a:pt x="9696" y="926"/>
                    <a:pt x="9940" y="470"/>
                  </a:cubicBezTo>
                  <a:cubicBezTo>
                    <a:pt x="10054" y="218"/>
                    <a:pt x="9874" y="0"/>
                    <a:pt x="9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6"/>
            <p:cNvSpPr/>
            <p:nvPr/>
          </p:nvSpPr>
          <p:spPr>
            <a:xfrm>
              <a:off x="4102563" y="3072175"/>
              <a:ext cx="330525" cy="218375"/>
            </a:xfrm>
            <a:custGeom>
              <a:rect b="b" l="l" r="r" t="t"/>
              <a:pathLst>
                <a:path extrusionOk="0" h="8735" w="13221">
                  <a:moveTo>
                    <a:pt x="510" y="1"/>
                  </a:moveTo>
                  <a:cubicBezTo>
                    <a:pt x="218" y="1"/>
                    <a:pt x="0" y="404"/>
                    <a:pt x="229" y="659"/>
                  </a:cubicBezTo>
                  <a:cubicBezTo>
                    <a:pt x="1080" y="1571"/>
                    <a:pt x="2144" y="2300"/>
                    <a:pt x="3117" y="3030"/>
                  </a:cubicBezTo>
                  <a:cubicBezTo>
                    <a:pt x="8904" y="7352"/>
                    <a:pt x="12491" y="8734"/>
                    <a:pt x="13067" y="8734"/>
                  </a:cubicBezTo>
                  <a:cubicBezTo>
                    <a:pt x="13220" y="8734"/>
                    <a:pt x="13161" y="8636"/>
                    <a:pt x="12874" y="8471"/>
                  </a:cubicBezTo>
                  <a:cubicBezTo>
                    <a:pt x="4940" y="3881"/>
                    <a:pt x="2023" y="902"/>
                    <a:pt x="685" y="51"/>
                  </a:cubicBezTo>
                  <a:cubicBezTo>
                    <a:pt x="626" y="16"/>
                    <a:pt x="566" y="1"/>
                    <a:pt x="5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6"/>
            <p:cNvSpPr/>
            <p:nvPr/>
          </p:nvSpPr>
          <p:spPr>
            <a:xfrm>
              <a:off x="4758713" y="3624300"/>
              <a:ext cx="258925" cy="230675"/>
            </a:xfrm>
            <a:custGeom>
              <a:rect b="b" l="l" r="r" t="t"/>
              <a:pathLst>
                <a:path extrusionOk="0" h="9227" w="10357">
                  <a:moveTo>
                    <a:pt x="275" y="0"/>
                  </a:moveTo>
                  <a:cubicBezTo>
                    <a:pt x="1" y="0"/>
                    <a:pt x="726" y="1467"/>
                    <a:pt x="8513" y="8149"/>
                  </a:cubicBezTo>
                  <a:cubicBezTo>
                    <a:pt x="8938" y="8483"/>
                    <a:pt x="9333" y="8909"/>
                    <a:pt x="9759" y="9182"/>
                  </a:cubicBezTo>
                  <a:cubicBezTo>
                    <a:pt x="9815" y="9213"/>
                    <a:pt x="9870" y="9226"/>
                    <a:pt x="9922" y="9226"/>
                  </a:cubicBezTo>
                  <a:cubicBezTo>
                    <a:pt x="10180" y="9226"/>
                    <a:pt x="10356" y="8893"/>
                    <a:pt x="10154" y="8665"/>
                  </a:cubicBezTo>
                  <a:cubicBezTo>
                    <a:pt x="9577" y="8027"/>
                    <a:pt x="6537" y="5839"/>
                    <a:pt x="488" y="124"/>
                  </a:cubicBezTo>
                  <a:cubicBezTo>
                    <a:pt x="408" y="49"/>
                    <a:pt x="325" y="0"/>
                    <a:pt x="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6"/>
            <p:cNvSpPr/>
            <p:nvPr/>
          </p:nvSpPr>
          <p:spPr>
            <a:xfrm>
              <a:off x="4112863" y="3605700"/>
              <a:ext cx="322875" cy="230100"/>
            </a:xfrm>
            <a:custGeom>
              <a:rect b="b" l="l" r="r" t="t"/>
              <a:pathLst>
                <a:path extrusionOk="0" h="9204" w="12915">
                  <a:moveTo>
                    <a:pt x="12250" y="0"/>
                  </a:moveTo>
                  <a:cubicBezTo>
                    <a:pt x="12187" y="0"/>
                    <a:pt x="12030" y="73"/>
                    <a:pt x="11763" y="230"/>
                  </a:cubicBezTo>
                  <a:cubicBezTo>
                    <a:pt x="9817" y="1355"/>
                    <a:pt x="1793" y="7677"/>
                    <a:pt x="455" y="8346"/>
                  </a:cubicBezTo>
                  <a:cubicBezTo>
                    <a:pt x="1" y="8586"/>
                    <a:pt x="299" y="9203"/>
                    <a:pt x="729" y="9203"/>
                  </a:cubicBezTo>
                  <a:cubicBezTo>
                    <a:pt x="788" y="9203"/>
                    <a:pt x="849" y="9192"/>
                    <a:pt x="911" y="9166"/>
                  </a:cubicBezTo>
                  <a:cubicBezTo>
                    <a:pt x="2967" y="8111"/>
                    <a:pt x="12915" y="0"/>
                    <a:pt x="12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6"/>
            <p:cNvSpPr/>
            <p:nvPr/>
          </p:nvSpPr>
          <p:spPr>
            <a:xfrm>
              <a:off x="4368588" y="3013200"/>
              <a:ext cx="58900" cy="88800"/>
            </a:xfrm>
            <a:custGeom>
              <a:rect b="b" l="l" r="r" t="t"/>
              <a:pathLst>
                <a:path extrusionOk="0" h="3552" w="2356">
                  <a:moveTo>
                    <a:pt x="255" y="1"/>
                  </a:moveTo>
                  <a:cubicBezTo>
                    <a:pt x="0" y="1"/>
                    <a:pt x="432" y="1270"/>
                    <a:pt x="1929" y="3443"/>
                  </a:cubicBezTo>
                  <a:cubicBezTo>
                    <a:pt x="1977" y="3520"/>
                    <a:pt x="2040" y="3552"/>
                    <a:pt x="2102" y="3552"/>
                  </a:cubicBezTo>
                  <a:cubicBezTo>
                    <a:pt x="2234" y="3552"/>
                    <a:pt x="2356" y="3406"/>
                    <a:pt x="2294" y="3261"/>
                  </a:cubicBezTo>
                  <a:cubicBezTo>
                    <a:pt x="1250" y="1002"/>
                    <a:pt x="482" y="1"/>
                    <a:pt x="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6"/>
            <p:cNvSpPr/>
            <p:nvPr/>
          </p:nvSpPr>
          <p:spPr>
            <a:xfrm>
              <a:off x="4122713" y="3292000"/>
              <a:ext cx="109425" cy="30675"/>
            </a:xfrm>
            <a:custGeom>
              <a:rect b="b" l="l" r="r" t="t"/>
              <a:pathLst>
                <a:path extrusionOk="0" h="1227" w="4377">
                  <a:moveTo>
                    <a:pt x="486" y="1"/>
                  </a:moveTo>
                  <a:cubicBezTo>
                    <a:pt x="424" y="1"/>
                    <a:pt x="372" y="14"/>
                    <a:pt x="305" y="42"/>
                  </a:cubicBezTo>
                  <a:cubicBezTo>
                    <a:pt x="153" y="73"/>
                    <a:pt x="1" y="316"/>
                    <a:pt x="122" y="498"/>
                  </a:cubicBezTo>
                  <a:cubicBezTo>
                    <a:pt x="365" y="833"/>
                    <a:pt x="1277" y="985"/>
                    <a:pt x="1946" y="1106"/>
                  </a:cubicBezTo>
                  <a:cubicBezTo>
                    <a:pt x="2510" y="1192"/>
                    <a:pt x="2933" y="1226"/>
                    <a:pt x="3248" y="1226"/>
                  </a:cubicBezTo>
                  <a:cubicBezTo>
                    <a:pt x="4376" y="1226"/>
                    <a:pt x="4112" y="789"/>
                    <a:pt x="3922" y="741"/>
                  </a:cubicBezTo>
                  <a:cubicBezTo>
                    <a:pt x="1216" y="270"/>
                    <a:pt x="761" y="1"/>
                    <a:pt x="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6"/>
            <p:cNvSpPr/>
            <p:nvPr/>
          </p:nvSpPr>
          <p:spPr>
            <a:xfrm>
              <a:off x="4715113" y="3000475"/>
              <a:ext cx="47450" cy="101000"/>
            </a:xfrm>
            <a:custGeom>
              <a:rect b="b" l="l" r="r" t="t"/>
              <a:pathLst>
                <a:path extrusionOk="0" h="4040" w="1898">
                  <a:moveTo>
                    <a:pt x="1610" y="51"/>
                  </a:moveTo>
                  <a:cubicBezTo>
                    <a:pt x="1542" y="51"/>
                    <a:pt x="1470" y="76"/>
                    <a:pt x="1412" y="123"/>
                  </a:cubicBezTo>
                  <a:cubicBezTo>
                    <a:pt x="1199" y="335"/>
                    <a:pt x="1442" y="1"/>
                    <a:pt x="13" y="3800"/>
                  </a:cubicBezTo>
                  <a:cubicBezTo>
                    <a:pt x="1" y="3863"/>
                    <a:pt x="24" y="4040"/>
                    <a:pt x="131" y="4040"/>
                  </a:cubicBezTo>
                  <a:cubicBezTo>
                    <a:pt x="284" y="4040"/>
                    <a:pt x="604" y="3682"/>
                    <a:pt x="1229" y="2129"/>
                  </a:cubicBezTo>
                  <a:cubicBezTo>
                    <a:pt x="1807" y="791"/>
                    <a:pt x="1898" y="487"/>
                    <a:pt x="1837" y="244"/>
                  </a:cubicBezTo>
                  <a:cubicBezTo>
                    <a:pt x="1818" y="113"/>
                    <a:pt x="1719" y="51"/>
                    <a:pt x="1610" y="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6"/>
            <p:cNvSpPr/>
            <p:nvPr/>
          </p:nvSpPr>
          <p:spPr>
            <a:xfrm>
              <a:off x="4921363" y="3247450"/>
              <a:ext cx="118575" cy="45850"/>
            </a:xfrm>
            <a:custGeom>
              <a:rect b="b" l="l" r="r" t="t"/>
              <a:pathLst>
                <a:path extrusionOk="0" h="1834" w="4743">
                  <a:moveTo>
                    <a:pt x="3952" y="1"/>
                  </a:moveTo>
                  <a:cubicBezTo>
                    <a:pt x="3435" y="31"/>
                    <a:pt x="3770" y="274"/>
                    <a:pt x="305" y="1490"/>
                  </a:cubicBezTo>
                  <a:cubicBezTo>
                    <a:pt x="0" y="1586"/>
                    <a:pt x="59" y="1834"/>
                    <a:pt x="604" y="1834"/>
                  </a:cubicBezTo>
                  <a:cubicBezTo>
                    <a:pt x="1094" y="1834"/>
                    <a:pt x="1977" y="1633"/>
                    <a:pt x="3344" y="943"/>
                  </a:cubicBezTo>
                  <a:cubicBezTo>
                    <a:pt x="4742" y="274"/>
                    <a:pt x="4013" y="1"/>
                    <a:pt x="39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6"/>
            <p:cNvSpPr/>
            <p:nvPr/>
          </p:nvSpPr>
          <p:spPr>
            <a:xfrm>
              <a:off x="4922113" y="3578775"/>
              <a:ext cx="123475" cy="47500"/>
            </a:xfrm>
            <a:custGeom>
              <a:rect b="b" l="l" r="r" t="t"/>
              <a:pathLst>
                <a:path extrusionOk="0" h="1900" w="4939">
                  <a:moveTo>
                    <a:pt x="730" y="0"/>
                  </a:moveTo>
                  <a:cubicBezTo>
                    <a:pt x="670" y="0"/>
                    <a:pt x="1" y="91"/>
                    <a:pt x="1582" y="821"/>
                  </a:cubicBezTo>
                  <a:cubicBezTo>
                    <a:pt x="3383" y="1656"/>
                    <a:pt x="4258" y="1900"/>
                    <a:pt x="4625" y="1900"/>
                  </a:cubicBezTo>
                  <a:cubicBezTo>
                    <a:pt x="4939" y="1900"/>
                    <a:pt x="4881" y="1721"/>
                    <a:pt x="4712" y="1581"/>
                  </a:cubicBezTo>
                  <a:cubicBezTo>
                    <a:pt x="4348" y="1277"/>
                    <a:pt x="1308" y="91"/>
                    <a:pt x="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4736013" y="3786500"/>
              <a:ext cx="56650" cy="103400"/>
            </a:xfrm>
            <a:custGeom>
              <a:rect b="b" l="l" r="r" t="t"/>
              <a:pathLst>
                <a:path extrusionOk="0" h="4136" w="2266">
                  <a:moveTo>
                    <a:pt x="240" y="1"/>
                  </a:moveTo>
                  <a:cubicBezTo>
                    <a:pt x="117" y="1"/>
                    <a:pt x="0" y="107"/>
                    <a:pt x="59" y="263"/>
                  </a:cubicBezTo>
                  <a:cubicBezTo>
                    <a:pt x="983" y="2904"/>
                    <a:pt x="1766" y="4135"/>
                    <a:pt x="2007" y="4135"/>
                  </a:cubicBezTo>
                  <a:cubicBezTo>
                    <a:pt x="2265" y="4135"/>
                    <a:pt x="1902" y="2721"/>
                    <a:pt x="424" y="111"/>
                  </a:cubicBezTo>
                  <a:cubicBezTo>
                    <a:pt x="380" y="34"/>
                    <a:pt x="309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4388038" y="3782050"/>
              <a:ext cx="62300" cy="105300"/>
            </a:xfrm>
            <a:custGeom>
              <a:rect b="b" l="l" r="r" t="t"/>
              <a:pathLst>
                <a:path extrusionOk="0" h="4212" w="2492">
                  <a:moveTo>
                    <a:pt x="2410" y="0"/>
                  </a:moveTo>
                  <a:cubicBezTo>
                    <a:pt x="1990" y="0"/>
                    <a:pt x="26" y="3787"/>
                    <a:pt x="26" y="3814"/>
                  </a:cubicBezTo>
                  <a:cubicBezTo>
                    <a:pt x="1" y="4092"/>
                    <a:pt x="50" y="4211"/>
                    <a:pt x="151" y="4211"/>
                  </a:cubicBezTo>
                  <a:cubicBezTo>
                    <a:pt x="654" y="4211"/>
                    <a:pt x="2438" y="1211"/>
                    <a:pt x="2488" y="197"/>
                  </a:cubicBezTo>
                  <a:cubicBezTo>
                    <a:pt x="2492" y="61"/>
                    <a:pt x="2463" y="0"/>
                    <a:pt x="2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4127288" y="3577925"/>
              <a:ext cx="117225" cy="48575"/>
            </a:xfrm>
            <a:custGeom>
              <a:rect b="b" l="l" r="r" t="t"/>
              <a:pathLst>
                <a:path extrusionOk="0" h="1943" w="4689">
                  <a:moveTo>
                    <a:pt x="4230" y="0"/>
                  </a:moveTo>
                  <a:cubicBezTo>
                    <a:pt x="4217" y="0"/>
                    <a:pt x="4205" y="1"/>
                    <a:pt x="4195" y="4"/>
                  </a:cubicBezTo>
                  <a:cubicBezTo>
                    <a:pt x="1307" y="1219"/>
                    <a:pt x="912" y="794"/>
                    <a:pt x="334" y="1098"/>
                  </a:cubicBezTo>
                  <a:cubicBezTo>
                    <a:pt x="0" y="1311"/>
                    <a:pt x="91" y="1797"/>
                    <a:pt x="456" y="1919"/>
                  </a:cubicBezTo>
                  <a:cubicBezTo>
                    <a:pt x="523" y="1935"/>
                    <a:pt x="600" y="1943"/>
                    <a:pt x="687" y="1943"/>
                  </a:cubicBezTo>
                  <a:cubicBezTo>
                    <a:pt x="1547" y="1943"/>
                    <a:pt x="3291" y="1172"/>
                    <a:pt x="3982" y="703"/>
                  </a:cubicBezTo>
                  <a:cubicBezTo>
                    <a:pt x="4689" y="194"/>
                    <a:pt x="4396" y="0"/>
                    <a:pt x="4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2" name="Google Shape;352;p36"/>
          <p:cNvGrpSpPr/>
          <p:nvPr/>
        </p:nvGrpSpPr>
        <p:grpSpPr>
          <a:xfrm>
            <a:off x="5834625" y="2544550"/>
            <a:ext cx="1068750" cy="1208925"/>
            <a:chOff x="5463188" y="2849350"/>
            <a:chExt cx="1068750" cy="1208925"/>
          </a:xfrm>
        </p:grpSpPr>
        <p:sp>
          <p:nvSpPr>
            <p:cNvPr id="353" name="Google Shape;353;p36"/>
            <p:cNvSpPr/>
            <p:nvPr/>
          </p:nvSpPr>
          <p:spPr>
            <a:xfrm>
              <a:off x="5700513" y="3130275"/>
              <a:ext cx="567125" cy="636775"/>
            </a:xfrm>
            <a:custGeom>
              <a:rect b="b" l="l" r="r" t="t"/>
              <a:pathLst>
                <a:path extrusionOk="0" h="25471" w="22685">
                  <a:moveTo>
                    <a:pt x="11176" y="1070"/>
                  </a:moveTo>
                  <a:cubicBezTo>
                    <a:pt x="12851" y="8927"/>
                    <a:pt x="12715" y="9647"/>
                    <a:pt x="13010" y="9647"/>
                  </a:cubicBezTo>
                  <a:cubicBezTo>
                    <a:pt x="13026" y="9647"/>
                    <a:pt x="13042" y="9645"/>
                    <a:pt x="13060" y="9642"/>
                  </a:cubicBezTo>
                  <a:cubicBezTo>
                    <a:pt x="17177" y="8750"/>
                    <a:pt x="20374" y="7258"/>
                    <a:pt x="20937" y="7258"/>
                  </a:cubicBezTo>
                  <a:cubicBezTo>
                    <a:pt x="21371" y="7258"/>
                    <a:pt x="20234" y="8147"/>
                    <a:pt x="16738" y="10888"/>
                  </a:cubicBezTo>
                  <a:cubicBezTo>
                    <a:pt x="16130" y="11344"/>
                    <a:pt x="15462" y="11770"/>
                    <a:pt x="14914" y="12286"/>
                  </a:cubicBezTo>
                  <a:cubicBezTo>
                    <a:pt x="14731" y="12496"/>
                    <a:pt x="14910" y="12797"/>
                    <a:pt x="15118" y="12797"/>
                  </a:cubicBezTo>
                  <a:cubicBezTo>
                    <a:pt x="15151" y="12797"/>
                    <a:pt x="15185" y="12789"/>
                    <a:pt x="15218" y="12773"/>
                  </a:cubicBezTo>
                  <a:cubicBezTo>
                    <a:pt x="18532" y="16612"/>
                    <a:pt x="20458" y="17815"/>
                    <a:pt x="20099" y="17815"/>
                  </a:cubicBezTo>
                  <a:cubicBezTo>
                    <a:pt x="19898" y="17815"/>
                    <a:pt x="18983" y="17439"/>
                    <a:pt x="17194" y="16937"/>
                  </a:cubicBezTo>
                  <a:cubicBezTo>
                    <a:pt x="14924" y="16285"/>
                    <a:pt x="13890" y="15420"/>
                    <a:pt x="13285" y="15420"/>
                  </a:cubicBezTo>
                  <a:cubicBezTo>
                    <a:pt x="12423" y="15420"/>
                    <a:pt x="12427" y="17171"/>
                    <a:pt x="10963" y="23776"/>
                  </a:cubicBezTo>
                  <a:cubicBezTo>
                    <a:pt x="9200" y="15265"/>
                    <a:pt x="9504" y="15812"/>
                    <a:pt x="9230" y="15721"/>
                  </a:cubicBezTo>
                  <a:cubicBezTo>
                    <a:pt x="9215" y="15635"/>
                    <a:pt x="9096" y="15597"/>
                    <a:pt x="8900" y="15597"/>
                  </a:cubicBezTo>
                  <a:cubicBezTo>
                    <a:pt x="7572" y="15597"/>
                    <a:pt x="2686" y="17333"/>
                    <a:pt x="2209" y="17545"/>
                  </a:cubicBezTo>
                  <a:cubicBezTo>
                    <a:pt x="8531" y="10949"/>
                    <a:pt x="8775" y="14445"/>
                    <a:pt x="3942" y="9429"/>
                  </a:cubicBezTo>
                  <a:cubicBezTo>
                    <a:pt x="2101" y="7563"/>
                    <a:pt x="1273" y="6873"/>
                    <a:pt x="1594" y="6873"/>
                  </a:cubicBezTo>
                  <a:cubicBezTo>
                    <a:pt x="2015" y="6873"/>
                    <a:pt x="4416" y="8061"/>
                    <a:pt x="9109" y="9338"/>
                  </a:cubicBezTo>
                  <a:cubicBezTo>
                    <a:pt x="9090" y="9452"/>
                    <a:pt x="9189" y="9542"/>
                    <a:pt x="9304" y="9542"/>
                  </a:cubicBezTo>
                  <a:cubicBezTo>
                    <a:pt x="9373" y="9542"/>
                    <a:pt x="9447" y="9509"/>
                    <a:pt x="9504" y="9429"/>
                  </a:cubicBezTo>
                  <a:cubicBezTo>
                    <a:pt x="9747" y="9034"/>
                    <a:pt x="9656" y="9429"/>
                    <a:pt x="11176" y="1070"/>
                  </a:cubicBezTo>
                  <a:close/>
                  <a:moveTo>
                    <a:pt x="11047" y="0"/>
                  </a:moveTo>
                  <a:cubicBezTo>
                    <a:pt x="10499" y="0"/>
                    <a:pt x="10255" y="4020"/>
                    <a:pt x="9352" y="8669"/>
                  </a:cubicBezTo>
                  <a:cubicBezTo>
                    <a:pt x="4479" y="7375"/>
                    <a:pt x="1064" y="5788"/>
                    <a:pt x="252" y="5788"/>
                  </a:cubicBezTo>
                  <a:cubicBezTo>
                    <a:pt x="16" y="5788"/>
                    <a:pt x="0" y="5922"/>
                    <a:pt x="233" y="6238"/>
                  </a:cubicBezTo>
                  <a:cubicBezTo>
                    <a:pt x="8045" y="16603"/>
                    <a:pt x="8835" y="8913"/>
                    <a:pt x="568" y="18183"/>
                  </a:cubicBezTo>
                  <a:cubicBezTo>
                    <a:pt x="345" y="18378"/>
                    <a:pt x="530" y="18802"/>
                    <a:pt x="820" y="18802"/>
                  </a:cubicBezTo>
                  <a:cubicBezTo>
                    <a:pt x="846" y="18802"/>
                    <a:pt x="874" y="18799"/>
                    <a:pt x="902" y="18791"/>
                  </a:cubicBezTo>
                  <a:cubicBezTo>
                    <a:pt x="3455" y="17758"/>
                    <a:pt x="6069" y="16967"/>
                    <a:pt x="8653" y="16116"/>
                  </a:cubicBezTo>
                  <a:lnTo>
                    <a:pt x="8653" y="16116"/>
                  </a:lnTo>
                  <a:cubicBezTo>
                    <a:pt x="8656" y="16163"/>
                    <a:pt x="8654" y="16177"/>
                    <a:pt x="8650" y="16177"/>
                  </a:cubicBezTo>
                  <a:cubicBezTo>
                    <a:pt x="8643" y="16177"/>
                    <a:pt x="8633" y="16143"/>
                    <a:pt x="8632" y="16143"/>
                  </a:cubicBezTo>
                  <a:lnTo>
                    <a:pt x="8632" y="16143"/>
                  </a:lnTo>
                  <a:cubicBezTo>
                    <a:pt x="8628" y="16143"/>
                    <a:pt x="8831" y="16882"/>
                    <a:pt x="10629" y="25265"/>
                  </a:cubicBezTo>
                  <a:cubicBezTo>
                    <a:pt x="10659" y="25402"/>
                    <a:pt x="10781" y="25471"/>
                    <a:pt x="10906" y="25471"/>
                  </a:cubicBezTo>
                  <a:cubicBezTo>
                    <a:pt x="11031" y="25471"/>
                    <a:pt x="11161" y="25402"/>
                    <a:pt x="11206" y="25265"/>
                  </a:cubicBezTo>
                  <a:cubicBezTo>
                    <a:pt x="13395" y="15083"/>
                    <a:pt x="13121" y="16511"/>
                    <a:pt x="13182" y="16147"/>
                  </a:cubicBezTo>
                  <a:lnTo>
                    <a:pt x="13182" y="16147"/>
                  </a:lnTo>
                  <a:cubicBezTo>
                    <a:pt x="14489" y="17180"/>
                    <a:pt x="18744" y="17940"/>
                    <a:pt x="21237" y="18973"/>
                  </a:cubicBezTo>
                  <a:cubicBezTo>
                    <a:pt x="21375" y="19031"/>
                    <a:pt x="21477" y="19058"/>
                    <a:pt x="21545" y="19058"/>
                  </a:cubicBezTo>
                  <a:cubicBezTo>
                    <a:pt x="22524" y="19058"/>
                    <a:pt x="16661" y="13502"/>
                    <a:pt x="15553" y="12621"/>
                  </a:cubicBezTo>
                  <a:cubicBezTo>
                    <a:pt x="16039" y="12286"/>
                    <a:pt x="19139" y="9855"/>
                    <a:pt x="22361" y="6906"/>
                  </a:cubicBezTo>
                  <a:cubicBezTo>
                    <a:pt x="22685" y="6611"/>
                    <a:pt x="22604" y="6490"/>
                    <a:pt x="22252" y="6490"/>
                  </a:cubicBezTo>
                  <a:cubicBezTo>
                    <a:pt x="20720" y="6490"/>
                    <a:pt x="14056" y="8793"/>
                    <a:pt x="13364" y="9064"/>
                  </a:cubicBezTo>
                  <a:cubicBezTo>
                    <a:pt x="12095" y="2476"/>
                    <a:pt x="11477" y="0"/>
                    <a:pt x="110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5960488" y="2849350"/>
              <a:ext cx="24750" cy="215000"/>
            </a:xfrm>
            <a:custGeom>
              <a:rect b="b" l="l" r="r" t="t"/>
              <a:pathLst>
                <a:path extrusionOk="0" h="8600" w="990">
                  <a:moveTo>
                    <a:pt x="768" y="0"/>
                  </a:moveTo>
                  <a:cubicBezTo>
                    <a:pt x="482" y="0"/>
                    <a:pt x="0" y="1158"/>
                    <a:pt x="260" y="8417"/>
                  </a:cubicBezTo>
                  <a:cubicBezTo>
                    <a:pt x="260" y="8538"/>
                    <a:pt x="359" y="8599"/>
                    <a:pt x="458" y="8599"/>
                  </a:cubicBezTo>
                  <a:cubicBezTo>
                    <a:pt x="556" y="8599"/>
                    <a:pt x="655" y="8538"/>
                    <a:pt x="655" y="8417"/>
                  </a:cubicBezTo>
                  <a:cubicBezTo>
                    <a:pt x="594" y="3493"/>
                    <a:pt x="990" y="1213"/>
                    <a:pt x="959" y="240"/>
                  </a:cubicBezTo>
                  <a:cubicBezTo>
                    <a:pt x="968" y="188"/>
                    <a:pt x="884" y="0"/>
                    <a:pt x="7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6303713" y="3175125"/>
              <a:ext cx="228225" cy="102950"/>
            </a:xfrm>
            <a:custGeom>
              <a:rect b="b" l="l" r="r" t="t"/>
              <a:pathLst>
                <a:path extrusionOk="0" h="4118" w="9129">
                  <a:moveTo>
                    <a:pt x="8714" y="0"/>
                  </a:moveTo>
                  <a:cubicBezTo>
                    <a:pt x="8696" y="0"/>
                    <a:pt x="8678" y="2"/>
                    <a:pt x="8659" y="6"/>
                  </a:cubicBezTo>
                  <a:cubicBezTo>
                    <a:pt x="8021" y="158"/>
                    <a:pt x="4768" y="1678"/>
                    <a:pt x="4677" y="1708"/>
                  </a:cubicBezTo>
                  <a:cubicBezTo>
                    <a:pt x="1" y="3899"/>
                    <a:pt x="563" y="4117"/>
                    <a:pt x="850" y="4117"/>
                  </a:cubicBezTo>
                  <a:cubicBezTo>
                    <a:pt x="890" y="4117"/>
                    <a:pt x="924" y="4113"/>
                    <a:pt x="939" y="4109"/>
                  </a:cubicBezTo>
                  <a:cubicBezTo>
                    <a:pt x="8811" y="340"/>
                    <a:pt x="7656" y="1222"/>
                    <a:pt x="8872" y="523"/>
                  </a:cubicBezTo>
                  <a:cubicBezTo>
                    <a:pt x="9129" y="409"/>
                    <a:pt x="8984" y="0"/>
                    <a:pt x="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6302188" y="3648725"/>
              <a:ext cx="183100" cy="143425"/>
            </a:xfrm>
            <a:custGeom>
              <a:rect b="b" l="l" r="r" t="t"/>
              <a:pathLst>
                <a:path extrusionOk="0" h="5737" w="7324">
                  <a:moveTo>
                    <a:pt x="253" y="1"/>
                  </a:moveTo>
                  <a:cubicBezTo>
                    <a:pt x="79" y="1"/>
                    <a:pt x="0" y="236"/>
                    <a:pt x="179" y="363"/>
                  </a:cubicBezTo>
                  <a:cubicBezTo>
                    <a:pt x="2519" y="1913"/>
                    <a:pt x="4647" y="3676"/>
                    <a:pt x="6684" y="5652"/>
                  </a:cubicBezTo>
                  <a:cubicBezTo>
                    <a:pt x="6743" y="5711"/>
                    <a:pt x="6809" y="5736"/>
                    <a:pt x="6874" y="5736"/>
                  </a:cubicBezTo>
                  <a:cubicBezTo>
                    <a:pt x="7109" y="5736"/>
                    <a:pt x="7323" y="5410"/>
                    <a:pt x="7109" y="5196"/>
                  </a:cubicBezTo>
                  <a:cubicBezTo>
                    <a:pt x="5103" y="3160"/>
                    <a:pt x="2793" y="1457"/>
                    <a:pt x="361" y="29"/>
                  </a:cubicBezTo>
                  <a:cubicBezTo>
                    <a:pt x="322" y="9"/>
                    <a:pt x="286" y="1"/>
                    <a:pt x="2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5967738" y="3829125"/>
              <a:ext cx="25850" cy="229150"/>
            </a:xfrm>
            <a:custGeom>
              <a:rect b="b" l="l" r="r" t="t"/>
              <a:pathLst>
                <a:path extrusionOk="0" h="9166" w="1034">
                  <a:moveTo>
                    <a:pt x="565" y="1"/>
                  </a:moveTo>
                  <a:cubicBezTo>
                    <a:pt x="461" y="1"/>
                    <a:pt x="365" y="70"/>
                    <a:pt x="365" y="229"/>
                  </a:cubicBezTo>
                  <a:cubicBezTo>
                    <a:pt x="487" y="3086"/>
                    <a:pt x="365" y="5974"/>
                    <a:pt x="31" y="8892"/>
                  </a:cubicBezTo>
                  <a:cubicBezTo>
                    <a:pt x="0" y="9074"/>
                    <a:pt x="137" y="9166"/>
                    <a:pt x="289" y="9166"/>
                  </a:cubicBezTo>
                  <a:cubicBezTo>
                    <a:pt x="441" y="9166"/>
                    <a:pt x="608" y="9074"/>
                    <a:pt x="639" y="8892"/>
                  </a:cubicBezTo>
                  <a:cubicBezTo>
                    <a:pt x="973" y="6004"/>
                    <a:pt x="1034" y="3086"/>
                    <a:pt x="821" y="229"/>
                  </a:cubicBezTo>
                  <a:cubicBezTo>
                    <a:pt x="805" y="86"/>
                    <a:pt x="680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5463188" y="3622125"/>
              <a:ext cx="199125" cy="108225"/>
            </a:xfrm>
            <a:custGeom>
              <a:rect b="b" l="l" r="r" t="t"/>
              <a:pathLst>
                <a:path extrusionOk="0" h="4329" w="7965">
                  <a:moveTo>
                    <a:pt x="7697" y="1"/>
                  </a:moveTo>
                  <a:cubicBezTo>
                    <a:pt x="7666" y="1"/>
                    <a:pt x="7633" y="9"/>
                    <a:pt x="7599" y="29"/>
                  </a:cubicBezTo>
                  <a:cubicBezTo>
                    <a:pt x="5106" y="1093"/>
                    <a:pt x="2766" y="2430"/>
                    <a:pt x="364" y="3676"/>
                  </a:cubicBezTo>
                  <a:cubicBezTo>
                    <a:pt x="1" y="3858"/>
                    <a:pt x="237" y="4329"/>
                    <a:pt x="579" y="4329"/>
                  </a:cubicBezTo>
                  <a:cubicBezTo>
                    <a:pt x="637" y="4329"/>
                    <a:pt x="698" y="4315"/>
                    <a:pt x="760" y="4284"/>
                  </a:cubicBezTo>
                  <a:cubicBezTo>
                    <a:pt x="3100" y="3008"/>
                    <a:pt x="5532" y="1822"/>
                    <a:pt x="7811" y="363"/>
                  </a:cubicBezTo>
                  <a:cubicBezTo>
                    <a:pt x="7965" y="236"/>
                    <a:pt x="7860" y="1"/>
                    <a:pt x="76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5467813" y="3121325"/>
              <a:ext cx="192550" cy="114225"/>
            </a:xfrm>
            <a:custGeom>
              <a:rect b="b" l="l" r="r" t="t"/>
              <a:pathLst>
                <a:path extrusionOk="0" h="4569" w="7702">
                  <a:moveTo>
                    <a:pt x="775" y="1"/>
                  </a:moveTo>
                  <a:cubicBezTo>
                    <a:pt x="424" y="1"/>
                    <a:pt x="0" y="443"/>
                    <a:pt x="1942" y="1763"/>
                  </a:cubicBezTo>
                  <a:cubicBezTo>
                    <a:pt x="3553" y="2887"/>
                    <a:pt x="4404" y="2887"/>
                    <a:pt x="7292" y="4559"/>
                  </a:cubicBezTo>
                  <a:cubicBezTo>
                    <a:pt x="7315" y="4566"/>
                    <a:pt x="7338" y="4569"/>
                    <a:pt x="7360" y="4569"/>
                  </a:cubicBezTo>
                  <a:cubicBezTo>
                    <a:pt x="7546" y="4569"/>
                    <a:pt x="7701" y="4357"/>
                    <a:pt x="7566" y="4194"/>
                  </a:cubicBezTo>
                  <a:cubicBezTo>
                    <a:pt x="5742" y="2462"/>
                    <a:pt x="4252" y="2948"/>
                    <a:pt x="970" y="61"/>
                  </a:cubicBezTo>
                  <a:cubicBezTo>
                    <a:pt x="926" y="22"/>
                    <a:pt x="852" y="1"/>
                    <a:pt x="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6"/>
            <p:cNvSpPr/>
            <p:nvPr/>
          </p:nvSpPr>
          <p:spPr>
            <a:xfrm>
              <a:off x="5747338" y="3029675"/>
              <a:ext cx="141175" cy="216725"/>
            </a:xfrm>
            <a:custGeom>
              <a:rect b="b" l="l" r="r" t="t"/>
              <a:pathLst>
                <a:path extrusionOk="0" h="8669" w="5647">
                  <a:moveTo>
                    <a:pt x="379" y="0"/>
                  </a:moveTo>
                  <a:cubicBezTo>
                    <a:pt x="182" y="0"/>
                    <a:pt x="0" y="178"/>
                    <a:pt x="123" y="383"/>
                  </a:cubicBezTo>
                  <a:cubicBezTo>
                    <a:pt x="1856" y="3119"/>
                    <a:pt x="3497" y="5854"/>
                    <a:pt x="5230" y="8560"/>
                  </a:cubicBezTo>
                  <a:cubicBezTo>
                    <a:pt x="5279" y="8638"/>
                    <a:pt x="5343" y="8669"/>
                    <a:pt x="5405" y="8669"/>
                  </a:cubicBezTo>
                  <a:cubicBezTo>
                    <a:pt x="5533" y="8669"/>
                    <a:pt x="5647" y="8531"/>
                    <a:pt x="5564" y="8408"/>
                  </a:cubicBezTo>
                  <a:cubicBezTo>
                    <a:pt x="3923" y="5642"/>
                    <a:pt x="2281" y="2906"/>
                    <a:pt x="640" y="140"/>
                  </a:cubicBezTo>
                  <a:cubicBezTo>
                    <a:pt x="571" y="41"/>
                    <a:pt x="473" y="0"/>
                    <a:pt x="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>
              <a:off x="6090463" y="3049150"/>
              <a:ext cx="166425" cy="211600"/>
            </a:xfrm>
            <a:custGeom>
              <a:rect b="b" l="l" r="r" t="t"/>
              <a:pathLst>
                <a:path extrusionOk="0" h="8464" w="6657">
                  <a:moveTo>
                    <a:pt x="6291" y="1"/>
                  </a:moveTo>
                  <a:cubicBezTo>
                    <a:pt x="6214" y="1"/>
                    <a:pt x="6132" y="36"/>
                    <a:pt x="6064" y="121"/>
                  </a:cubicBezTo>
                  <a:cubicBezTo>
                    <a:pt x="5335" y="1063"/>
                    <a:pt x="654" y="7142"/>
                    <a:pt x="46" y="8236"/>
                  </a:cubicBezTo>
                  <a:cubicBezTo>
                    <a:pt x="1" y="8350"/>
                    <a:pt x="90" y="8463"/>
                    <a:pt x="189" y="8463"/>
                  </a:cubicBezTo>
                  <a:cubicBezTo>
                    <a:pt x="223" y="8463"/>
                    <a:pt x="258" y="8450"/>
                    <a:pt x="289" y="8419"/>
                  </a:cubicBezTo>
                  <a:cubicBezTo>
                    <a:pt x="1049" y="7629"/>
                    <a:pt x="2022" y="6109"/>
                    <a:pt x="6459" y="455"/>
                  </a:cubicBezTo>
                  <a:cubicBezTo>
                    <a:pt x="6657" y="236"/>
                    <a:pt x="6490" y="1"/>
                    <a:pt x="6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>
              <a:off x="5502688" y="3435875"/>
              <a:ext cx="277350" cy="20600"/>
            </a:xfrm>
            <a:custGeom>
              <a:rect b="b" l="l" r="r" t="t"/>
              <a:pathLst>
                <a:path extrusionOk="0" h="824" w="11094">
                  <a:moveTo>
                    <a:pt x="2024" y="1"/>
                  </a:moveTo>
                  <a:cubicBezTo>
                    <a:pt x="1169" y="1"/>
                    <a:pt x="542" y="18"/>
                    <a:pt x="335" y="62"/>
                  </a:cubicBezTo>
                  <a:cubicBezTo>
                    <a:pt x="0" y="154"/>
                    <a:pt x="0" y="670"/>
                    <a:pt x="335" y="762"/>
                  </a:cubicBezTo>
                  <a:cubicBezTo>
                    <a:pt x="506" y="804"/>
                    <a:pt x="1148" y="823"/>
                    <a:pt x="2057" y="823"/>
                  </a:cubicBezTo>
                  <a:cubicBezTo>
                    <a:pt x="4377" y="823"/>
                    <a:pt x="8437" y="702"/>
                    <a:pt x="10882" y="549"/>
                  </a:cubicBezTo>
                  <a:cubicBezTo>
                    <a:pt x="10897" y="553"/>
                    <a:pt x="10911" y="555"/>
                    <a:pt x="10924" y="555"/>
                  </a:cubicBezTo>
                  <a:cubicBezTo>
                    <a:pt x="11094" y="555"/>
                    <a:pt x="11080" y="214"/>
                    <a:pt x="10882" y="214"/>
                  </a:cubicBezTo>
                  <a:cubicBezTo>
                    <a:pt x="9548" y="168"/>
                    <a:pt x="4683" y="1"/>
                    <a:pt x="20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6"/>
            <p:cNvSpPr/>
            <p:nvPr/>
          </p:nvSpPr>
          <p:spPr>
            <a:xfrm>
              <a:off x="5735763" y="3620150"/>
              <a:ext cx="145175" cy="243500"/>
            </a:xfrm>
            <a:custGeom>
              <a:rect b="b" l="l" r="r" t="t"/>
              <a:pathLst>
                <a:path extrusionOk="0" h="9740" w="5807">
                  <a:moveTo>
                    <a:pt x="5558" y="1"/>
                  </a:moveTo>
                  <a:cubicBezTo>
                    <a:pt x="5498" y="1"/>
                    <a:pt x="5436" y="32"/>
                    <a:pt x="5389" y="108"/>
                  </a:cubicBezTo>
                  <a:cubicBezTo>
                    <a:pt x="3595" y="3056"/>
                    <a:pt x="1863" y="6065"/>
                    <a:pt x="191" y="9105"/>
                  </a:cubicBezTo>
                  <a:cubicBezTo>
                    <a:pt x="1" y="9422"/>
                    <a:pt x="296" y="9739"/>
                    <a:pt x="575" y="9739"/>
                  </a:cubicBezTo>
                  <a:cubicBezTo>
                    <a:pt x="697" y="9739"/>
                    <a:pt x="816" y="9679"/>
                    <a:pt x="890" y="9531"/>
                  </a:cubicBezTo>
                  <a:cubicBezTo>
                    <a:pt x="2562" y="6491"/>
                    <a:pt x="4203" y="3421"/>
                    <a:pt x="5723" y="321"/>
                  </a:cubicBezTo>
                  <a:cubicBezTo>
                    <a:pt x="5807" y="153"/>
                    <a:pt x="5689" y="1"/>
                    <a:pt x="55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>
              <a:off x="6085663" y="3620300"/>
              <a:ext cx="156475" cy="230200"/>
            </a:xfrm>
            <a:custGeom>
              <a:rect b="b" l="l" r="r" t="t"/>
              <a:pathLst>
                <a:path extrusionOk="0" h="9208" w="6259">
                  <a:moveTo>
                    <a:pt x="308" y="0"/>
                  </a:moveTo>
                  <a:cubicBezTo>
                    <a:pt x="155" y="0"/>
                    <a:pt x="0" y="165"/>
                    <a:pt x="86" y="315"/>
                  </a:cubicBezTo>
                  <a:cubicBezTo>
                    <a:pt x="238" y="558"/>
                    <a:pt x="5436" y="8825"/>
                    <a:pt x="5648" y="9069"/>
                  </a:cubicBezTo>
                  <a:cubicBezTo>
                    <a:pt x="5717" y="9166"/>
                    <a:pt x="5810" y="9207"/>
                    <a:pt x="5899" y="9207"/>
                  </a:cubicBezTo>
                  <a:cubicBezTo>
                    <a:pt x="6088" y="9207"/>
                    <a:pt x="6259" y="9022"/>
                    <a:pt x="6135" y="8795"/>
                  </a:cubicBezTo>
                  <a:cubicBezTo>
                    <a:pt x="5983" y="8522"/>
                    <a:pt x="4888" y="6850"/>
                    <a:pt x="481" y="102"/>
                  </a:cubicBezTo>
                  <a:cubicBezTo>
                    <a:pt x="436" y="30"/>
                    <a:pt x="372" y="0"/>
                    <a:pt x="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>
              <a:off x="6201013" y="3437425"/>
              <a:ext cx="261300" cy="53625"/>
            </a:xfrm>
            <a:custGeom>
              <a:rect b="b" l="l" r="r" t="t"/>
              <a:pathLst>
                <a:path extrusionOk="0" h="2145" w="10452">
                  <a:moveTo>
                    <a:pt x="274" y="0"/>
                  </a:moveTo>
                  <a:cubicBezTo>
                    <a:pt x="1" y="0"/>
                    <a:pt x="1" y="396"/>
                    <a:pt x="274" y="426"/>
                  </a:cubicBezTo>
                  <a:cubicBezTo>
                    <a:pt x="3527" y="730"/>
                    <a:pt x="6749" y="1277"/>
                    <a:pt x="9940" y="2128"/>
                  </a:cubicBezTo>
                  <a:cubicBezTo>
                    <a:pt x="9976" y="2139"/>
                    <a:pt x="10010" y="2144"/>
                    <a:pt x="10041" y="2144"/>
                  </a:cubicBezTo>
                  <a:cubicBezTo>
                    <a:pt x="10358" y="2144"/>
                    <a:pt x="10452" y="1631"/>
                    <a:pt x="10092" y="1520"/>
                  </a:cubicBezTo>
                  <a:cubicBezTo>
                    <a:pt x="6870" y="700"/>
                    <a:pt x="3557" y="183"/>
                    <a:pt x="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6072588" y="3040850"/>
              <a:ext cx="31200" cy="37625"/>
            </a:xfrm>
            <a:custGeom>
              <a:rect b="b" l="l" r="r" t="t"/>
              <a:pathLst>
                <a:path extrusionOk="0" h="1505" w="1248">
                  <a:moveTo>
                    <a:pt x="809" y="0"/>
                  </a:moveTo>
                  <a:cubicBezTo>
                    <a:pt x="356" y="0"/>
                    <a:pt x="0" y="1505"/>
                    <a:pt x="249" y="1505"/>
                  </a:cubicBezTo>
                  <a:cubicBezTo>
                    <a:pt x="290" y="1505"/>
                    <a:pt x="349" y="1463"/>
                    <a:pt x="427" y="1365"/>
                  </a:cubicBezTo>
                  <a:cubicBezTo>
                    <a:pt x="639" y="1061"/>
                    <a:pt x="1247" y="210"/>
                    <a:pt x="913" y="27"/>
                  </a:cubicBezTo>
                  <a:cubicBezTo>
                    <a:pt x="878" y="9"/>
                    <a:pt x="843" y="0"/>
                    <a:pt x="8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6098413" y="2979000"/>
              <a:ext cx="27975" cy="37025"/>
            </a:xfrm>
            <a:custGeom>
              <a:rect b="b" l="l" r="r" t="t"/>
              <a:pathLst>
                <a:path extrusionOk="0" h="1481" w="1119">
                  <a:moveTo>
                    <a:pt x="901" y="0"/>
                  </a:moveTo>
                  <a:cubicBezTo>
                    <a:pt x="758" y="0"/>
                    <a:pt x="522" y="202"/>
                    <a:pt x="336" y="586"/>
                  </a:cubicBezTo>
                  <a:cubicBezTo>
                    <a:pt x="1" y="1277"/>
                    <a:pt x="113" y="1481"/>
                    <a:pt x="267" y="1481"/>
                  </a:cubicBezTo>
                  <a:cubicBezTo>
                    <a:pt x="350" y="1481"/>
                    <a:pt x="445" y="1421"/>
                    <a:pt x="488" y="1346"/>
                  </a:cubicBezTo>
                  <a:cubicBezTo>
                    <a:pt x="1118" y="428"/>
                    <a:pt x="1108" y="0"/>
                    <a:pt x="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6"/>
            <p:cNvSpPr/>
            <p:nvPr/>
          </p:nvSpPr>
          <p:spPr>
            <a:xfrm>
              <a:off x="5871713" y="3053075"/>
              <a:ext cx="19800" cy="25425"/>
            </a:xfrm>
            <a:custGeom>
              <a:rect b="b" l="l" r="r" t="t"/>
              <a:pathLst>
                <a:path extrusionOk="0" h="1017" w="792">
                  <a:moveTo>
                    <a:pt x="328" y="0"/>
                  </a:moveTo>
                  <a:cubicBezTo>
                    <a:pt x="134" y="0"/>
                    <a:pt x="1" y="293"/>
                    <a:pt x="255" y="785"/>
                  </a:cubicBezTo>
                  <a:cubicBezTo>
                    <a:pt x="336" y="934"/>
                    <a:pt x="460" y="1016"/>
                    <a:pt x="564" y="1016"/>
                  </a:cubicBezTo>
                  <a:cubicBezTo>
                    <a:pt x="693" y="1016"/>
                    <a:pt x="792" y="889"/>
                    <a:pt x="741" y="602"/>
                  </a:cubicBezTo>
                  <a:cubicBezTo>
                    <a:pt x="674" y="185"/>
                    <a:pt x="481" y="0"/>
                    <a:pt x="3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5851388" y="2995100"/>
              <a:ext cx="19400" cy="38400"/>
            </a:xfrm>
            <a:custGeom>
              <a:rect b="b" l="l" r="r" t="t"/>
              <a:pathLst>
                <a:path extrusionOk="0" h="1536" w="776">
                  <a:moveTo>
                    <a:pt x="283" y="0"/>
                  </a:moveTo>
                  <a:cubicBezTo>
                    <a:pt x="124" y="0"/>
                    <a:pt x="1" y="267"/>
                    <a:pt x="34" y="368"/>
                  </a:cubicBezTo>
                  <a:cubicBezTo>
                    <a:pt x="285" y="1197"/>
                    <a:pt x="503" y="1535"/>
                    <a:pt x="627" y="1535"/>
                  </a:cubicBezTo>
                  <a:cubicBezTo>
                    <a:pt x="743" y="1535"/>
                    <a:pt x="776" y="1235"/>
                    <a:pt x="673" y="763"/>
                  </a:cubicBezTo>
                  <a:cubicBezTo>
                    <a:pt x="564" y="177"/>
                    <a:pt x="412" y="0"/>
                    <a:pt x="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6"/>
            <p:cNvSpPr/>
            <p:nvPr/>
          </p:nvSpPr>
          <p:spPr>
            <a:xfrm>
              <a:off x="5729138" y="31600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6"/>
            <p:cNvSpPr/>
            <p:nvPr/>
          </p:nvSpPr>
          <p:spPr>
            <a:xfrm>
              <a:off x="5708213" y="3138525"/>
              <a:ext cx="30100" cy="22450"/>
            </a:xfrm>
            <a:custGeom>
              <a:rect b="b" l="l" r="r" t="t"/>
              <a:pathLst>
                <a:path extrusionOk="0" h="898" w="1204">
                  <a:moveTo>
                    <a:pt x="301" y="0"/>
                  </a:moveTo>
                  <a:cubicBezTo>
                    <a:pt x="65" y="0"/>
                    <a:pt x="0" y="255"/>
                    <a:pt x="168" y="406"/>
                  </a:cubicBezTo>
                  <a:cubicBezTo>
                    <a:pt x="632" y="783"/>
                    <a:pt x="895" y="897"/>
                    <a:pt x="1038" y="897"/>
                  </a:cubicBezTo>
                  <a:cubicBezTo>
                    <a:pt x="1194" y="897"/>
                    <a:pt x="1203" y="759"/>
                    <a:pt x="1172" y="680"/>
                  </a:cubicBezTo>
                  <a:cubicBezTo>
                    <a:pt x="792" y="165"/>
                    <a:pt x="491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6"/>
            <p:cNvSpPr/>
            <p:nvPr/>
          </p:nvSpPr>
          <p:spPr>
            <a:xfrm>
              <a:off x="5665263" y="3092675"/>
              <a:ext cx="26100" cy="29200"/>
            </a:xfrm>
            <a:custGeom>
              <a:rect b="b" l="l" r="r" t="t"/>
              <a:pathLst>
                <a:path extrusionOk="0" h="1168" w="1044">
                  <a:moveTo>
                    <a:pt x="240" y="1"/>
                  </a:moveTo>
                  <a:cubicBezTo>
                    <a:pt x="68" y="1"/>
                    <a:pt x="1" y="243"/>
                    <a:pt x="32" y="386"/>
                  </a:cubicBezTo>
                  <a:cubicBezTo>
                    <a:pt x="124" y="568"/>
                    <a:pt x="579" y="994"/>
                    <a:pt x="671" y="1115"/>
                  </a:cubicBezTo>
                  <a:cubicBezTo>
                    <a:pt x="707" y="1152"/>
                    <a:pt x="749" y="1167"/>
                    <a:pt x="790" y="1167"/>
                  </a:cubicBezTo>
                  <a:cubicBezTo>
                    <a:pt x="920" y="1167"/>
                    <a:pt x="1044" y="1011"/>
                    <a:pt x="975" y="872"/>
                  </a:cubicBezTo>
                  <a:cubicBezTo>
                    <a:pt x="640" y="204"/>
                    <a:pt x="397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6"/>
            <p:cNvSpPr/>
            <p:nvPr/>
          </p:nvSpPr>
          <p:spPr>
            <a:xfrm>
              <a:off x="5609063" y="3324200"/>
              <a:ext cx="800" cy="25"/>
            </a:xfrm>
            <a:custGeom>
              <a:rect b="b" l="l" r="r" t="t"/>
              <a:pathLst>
                <a:path extrusionOk="0" h="1" w="32">
                  <a:moveTo>
                    <a:pt x="1" y="0"/>
                  </a:moveTo>
                  <a:cubicBezTo>
                    <a:pt x="31" y="0"/>
                    <a:pt x="31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6"/>
            <p:cNvSpPr/>
            <p:nvPr/>
          </p:nvSpPr>
          <p:spPr>
            <a:xfrm>
              <a:off x="5581163" y="3309450"/>
              <a:ext cx="44550" cy="19075"/>
            </a:xfrm>
            <a:custGeom>
              <a:rect b="b" l="l" r="r" t="t"/>
              <a:pathLst>
                <a:path extrusionOk="0" h="763" w="1782">
                  <a:moveTo>
                    <a:pt x="988" y="1"/>
                  </a:moveTo>
                  <a:cubicBezTo>
                    <a:pt x="464" y="1"/>
                    <a:pt x="0" y="428"/>
                    <a:pt x="813" y="530"/>
                  </a:cubicBezTo>
                  <a:cubicBezTo>
                    <a:pt x="1074" y="548"/>
                    <a:pt x="1450" y="762"/>
                    <a:pt x="1631" y="762"/>
                  </a:cubicBezTo>
                  <a:cubicBezTo>
                    <a:pt x="1745" y="762"/>
                    <a:pt x="1781" y="678"/>
                    <a:pt x="1664" y="408"/>
                  </a:cubicBezTo>
                  <a:cubicBezTo>
                    <a:pt x="1523" y="106"/>
                    <a:pt x="1248" y="1"/>
                    <a:pt x="9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6"/>
            <p:cNvSpPr/>
            <p:nvPr/>
          </p:nvSpPr>
          <p:spPr>
            <a:xfrm>
              <a:off x="5520838" y="3292525"/>
              <a:ext cx="42700" cy="15950"/>
            </a:xfrm>
            <a:custGeom>
              <a:rect b="b" l="l" r="r" t="t"/>
              <a:pathLst>
                <a:path extrusionOk="0" h="638" w="1708">
                  <a:moveTo>
                    <a:pt x="513" y="1"/>
                  </a:moveTo>
                  <a:cubicBezTo>
                    <a:pt x="1" y="1"/>
                    <a:pt x="94" y="434"/>
                    <a:pt x="308" y="477"/>
                  </a:cubicBezTo>
                  <a:cubicBezTo>
                    <a:pt x="702" y="595"/>
                    <a:pt x="985" y="638"/>
                    <a:pt x="1184" y="638"/>
                  </a:cubicBezTo>
                  <a:cubicBezTo>
                    <a:pt x="1708" y="638"/>
                    <a:pt x="1656" y="339"/>
                    <a:pt x="1524" y="295"/>
                  </a:cubicBezTo>
                  <a:cubicBezTo>
                    <a:pt x="1054" y="78"/>
                    <a:pt x="730" y="1"/>
                    <a:pt x="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6"/>
            <p:cNvSpPr/>
            <p:nvPr/>
          </p:nvSpPr>
          <p:spPr>
            <a:xfrm>
              <a:off x="5590013" y="3536350"/>
              <a:ext cx="44925" cy="17325"/>
            </a:xfrm>
            <a:custGeom>
              <a:rect b="b" l="l" r="r" t="t"/>
              <a:pathLst>
                <a:path extrusionOk="0" h="693" w="1797">
                  <a:moveTo>
                    <a:pt x="823" y="0"/>
                  </a:moveTo>
                  <a:cubicBezTo>
                    <a:pt x="503" y="0"/>
                    <a:pt x="198" y="125"/>
                    <a:pt x="94" y="299"/>
                  </a:cubicBezTo>
                  <a:cubicBezTo>
                    <a:pt x="1" y="415"/>
                    <a:pt x="50" y="692"/>
                    <a:pt x="298" y="692"/>
                  </a:cubicBezTo>
                  <a:cubicBezTo>
                    <a:pt x="373" y="692"/>
                    <a:pt x="467" y="667"/>
                    <a:pt x="580" y="603"/>
                  </a:cubicBezTo>
                  <a:cubicBezTo>
                    <a:pt x="1067" y="481"/>
                    <a:pt x="1796" y="481"/>
                    <a:pt x="1492" y="238"/>
                  </a:cubicBezTo>
                  <a:cubicBezTo>
                    <a:pt x="1311" y="69"/>
                    <a:pt x="1062" y="0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6"/>
            <p:cNvSpPr/>
            <p:nvPr/>
          </p:nvSpPr>
          <p:spPr>
            <a:xfrm>
              <a:off x="5504588" y="3550650"/>
              <a:ext cx="62700" cy="20025"/>
            </a:xfrm>
            <a:custGeom>
              <a:rect b="b" l="l" r="r" t="t"/>
              <a:pathLst>
                <a:path extrusionOk="0" h="801" w="2508">
                  <a:moveTo>
                    <a:pt x="2295" y="0"/>
                  </a:moveTo>
                  <a:cubicBezTo>
                    <a:pt x="328" y="107"/>
                    <a:pt x="0" y="801"/>
                    <a:pt x="793" y="801"/>
                  </a:cubicBezTo>
                  <a:cubicBezTo>
                    <a:pt x="1128" y="801"/>
                    <a:pt x="1662" y="677"/>
                    <a:pt x="2356" y="335"/>
                  </a:cubicBezTo>
                  <a:cubicBezTo>
                    <a:pt x="2508" y="274"/>
                    <a:pt x="2447" y="0"/>
                    <a:pt x="22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6"/>
            <p:cNvSpPr/>
            <p:nvPr/>
          </p:nvSpPr>
          <p:spPr>
            <a:xfrm>
              <a:off x="5698388" y="3714550"/>
              <a:ext cx="49775" cy="31725"/>
            </a:xfrm>
            <a:custGeom>
              <a:rect b="b" l="l" r="r" t="t"/>
              <a:pathLst>
                <a:path extrusionOk="0" h="1269" w="1991">
                  <a:moveTo>
                    <a:pt x="1647" y="0"/>
                  </a:moveTo>
                  <a:cubicBezTo>
                    <a:pt x="1303" y="0"/>
                    <a:pt x="345" y="743"/>
                    <a:pt x="318" y="770"/>
                  </a:cubicBezTo>
                  <a:cubicBezTo>
                    <a:pt x="0" y="1039"/>
                    <a:pt x="135" y="1269"/>
                    <a:pt x="343" y="1269"/>
                  </a:cubicBezTo>
                  <a:cubicBezTo>
                    <a:pt x="393" y="1269"/>
                    <a:pt x="447" y="1255"/>
                    <a:pt x="501" y="1226"/>
                  </a:cubicBezTo>
                  <a:cubicBezTo>
                    <a:pt x="653" y="1195"/>
                    <a:pt x="1990" y="314"/>
                    <a:pt x="1747" y="40"/>
                  </a:cubicBezTo>
                  <a:cubicBezTo>
                    <a:pt x="1726" y="12"/>
                    <a:pt x="1692" y="0"/>
                    <a:pt x="16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6"/>
            <p:cNvSpPr/>
            <p:nvPr/>
          </p:nvSpPr>
          <p:spPr>
            <a:xfrm>
              <a:off x="5660513" y="3753875"/>
              <a:ext cx="34900" cy="37725"/>
            </a:xfrm>
            <a:custGeom>
              <a:rect b="b" l="l" r="r" t="t"/>
              <a:pathLst>
                <a:path extrusionOk="0" h="1509" w="1396">
                  <a:moveTo>
                    <a:pt x="1231" y="0"/>
                  </a:moveTo>
                  <a:cubicBezTo>
                    <a:pt x="1051" y="0"/>
                    <a:pt x="611" y="363"/>
                    <a:pt x="70" y="1142"/>
                  </a:cubicBezTo>
                  <a:cubicBezTo>
                    <a:pt x="0" y="1230"/>
                    <a:pt x="21" y="1509"/>
                    <a:pt x="214" y="1509"/>
                  </a:cubicBezTo>
                  <a:cubicBezTo>
                    <a:pt x="356" y="1509"/>
                    <a:pt x="591" y="1358"/>
                    <a:pt x="952" y="868"/>
                  </a:cubicBezTo>
                  <a:cubicBezTo>
                    <a:pt x="1343" y="303"/>
                    <a:pt x="1396" y="0"/>
                    <a:pt x="1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6"/>
            <p:cNvSpPr/>
            <p:nvPr/>
          </p:nvSpPr>
          <p:spPr>
            <a:xfrm>
              <a:off x="5889688" y="3820375"/>
              <a:ext cx="27150" cy="28900"/>
            </a:xfrm>
            <a:custGeom>
              <a:rect b="b" l="l" r="r" t="t"/>
              <a:pathLst>
                <a:path extrusionOk="0" h="1156" w="1086">
                  <a:moveTo>
                    <a:pt x="812" y="0"/>
                  </a:moveTo>
                  <a:cubicBezTo>
                    <a:pt x="494" y="0"/>
                    <a:pt x="0" y="500"/>
                    <a:pt x="326" y="1035"/>
                  </a:cubicBezTo>
                  <a:cubicBezTo>
                    <a:pt x="374" y="1107"/>
                    <a:pt x="465" y="1156"/>
                    <a:pt x="552" y="1156"/>
                  </a:cubicBezTo>
                  <a:cubicBezTo>
                    <a:pt x="684" y="1156"/>
                    <a:pt x="807" y="1043"/>
                    <a:pt x="752" y="731"/>
                  </a:cubicBezTo>
                  <a:cubicBezTo>
                    <a:pt x="721" y="397"/>
                    <a:pt x="1086" y="336"/>
                    <a:pt x="1025" y="154"/>
                  </a:cubicBezTo>
                  <a:cubicBezTo>
                    <a:pt x="990" y="47"/>
                    <a:pt x="909" y="0"/>
                    <a:pt x="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6"/>
            <p:cNvSpPr/>
            <p:nvPr/>
          </p:nvSpPr>
          <p:spPr>
            <a:xfrm>
              <a:off x="5878063" y="3865250"/>
              <a:ext cx="19500" cy="53800"/>
            </a:xfrm>
            <a:custGeom>
              <a:rect b="b" l="l" r="r" t="t"/>
              <a:pathLst>
                <a:path extrusionOk="0" h="2152" w="780">
                  <a:moveTo>
                    <a:pt x="514" y="0"/>
                  </a:moveTo>
                  <a:cubicBezTo>
                    <a:pt x="434" y="0"/>
                    <a:pt x="350" y="61"/>
                    <a:pt x="335" y="183"/>
                  </a:cubicBezTo>
                  <a:cubicBezTo>
                    <a:pt x="305" y="547"/>
                    <a:pt x="1" y="1915"/>
                    <a:pt x="1" y="1915"/>
                  </a:cubicBezTo>
                  <a:cubicBezTo>
                    <a:pt x="18" y="2067"/>
                    <a:pt x="89" y="2151"/>
                    <a:pt x="179" y="2151"/>
                  </a:cubicBezTo>
                  <a:cubicBezTo>
                    <a:pt x="414" y="2151"/>
                    <a:pt x="779" y="1586"/>
                    <a:pt x="669" y="183"/>
                  </a:cubicBezTo>
                  <a:cubicBezTo>
                    <a:pt x="669" y="61"/>
                    <a:pt x="593" y="0"/>
                    <a:pt x="5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6"/>
            <p:cNvSpPr/>
            <p:nvPr/>
          </p:nvSpPr>
          <p:spPr>
            <a:xfrm>
              <a:off x="6073363" y="3810450"/>
              <a:ext cx="27275" cy="37575"/>
            </a:xfrm>
            <a:custGeom>
              <a:rect b="b" l="l" r="r" t="t"/>
              <a:pathLst>
                <a:path extrusionOk="0" h="1503" w="1091">
                  <a:moveTo>
                    <a:pt x="401" y="0"/>
                  </a:moveTo>
                  <a:cubicBezTo>
                    <a:pt x="389" y="0"/>
                    <a:pt x="377" y="1"/>
                    <a:pt x="365" y="4"/>
                  </a:cubicBezTo>
                  <a:cubicBezTo>
                    <a:pt x="0" y="125"/>
                    <a:pt x="274" y="703"/>
                    <a:pt x="608" y="1371"/>
                  </a:cubicBezTo>
                  <a:cubicBezTo>
                    <a:pt x="654" y="1462"/>
                    <a:pt x="738" y="1502"/>
                    <a:pt x="820" y="1502"/>
                  </a:cubicBezTo>
                  <a:cubicBezTo>
                    <a:pt x="958" y="1502"/>
                    <a:pt x="1091" y="1391"/>
                    <a:pt x="1034" y="1219"/>
                  </a:cubicBezTo>
                  <a:cubicBezTo>
                    <a:pt x="888" y="694"/>
                    <a:pt x="686" y="0"/>
                    <a:pt x="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6"/>
            <p:cNvSpPr/>
            <p:nvPr/>
          </p:nvSpPr>
          <p:spPr>
            <a:xfrm>
              <a:off x="6101663" y="3864500"/>
              <a:ext cx="19775" cy="36750"/>
            </a:xfrm>
            <a:custGeom>
              <a:rect b="b" l="l" r="r" t="t"/>
              <a:pathLst>
                <a:path extrusionOk="0" h="1470" w="791">
                  <a:moveTo>
                    <a:pt x="321" y="1"/>
                  </a:moveTo>
                  <a:cubicBezTo>
                    <a:pt x="143" y="1"/>
                    <a:pt x="1" y="775"/>
                    <a:pt x="236" y="1246"/>
                  </a:cubicBezTo>
                  <a:cubicBezTo>
                    <a:pt x="330" y="1410"/>
                    <a:pt x="437" y="1470"/>
                    <a:pt x="530" y="1470"/>
                  </a:cubicBezTo>
                  <a:cubicBezTo>
                    <a:pt x="678" y="1470"/>
                    <a:pt x="790" y="1316"/>
                    <a:pt x="753" y="1185"/>
                  </a:cubicBezTo>
                  <a:cubicBezTo>
                    <a:pt x="601" y="790"/>
                    <a:pt x="601" y="790"/>
                    <a:pt x="540" y="486"/>
                  </a:cubicBezTo>
                  <a:cubicBezTo>
                    <a:pt x="477" y="136"/>
                    <a:pt x="396" y="1"/>
                    <a:pt x="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6"/>
            <p:cNvSpPr/>
            <p:nvPr/>
          </p:nvSpPr>
          <p:spPr>
            <a:xfrm>
              <a:off x="6244763" y="3714875"/>
              <a:ext cx="35225" cy="27750"/>
            </a:xfrm>
            <a:custGeom>
              <a:rect b="b" l="l" r="r" t="t"/>
              <a:pathLst>
                <a:path extrusionOk="0" h="1110" w="1409">
                  <a:moveTo>
                    <a:pt x="194" y="0"/>
                  </a:moveTo>
                  <a:cubicBezTo>
                    <a:pt x="0" y="0"/>
                    <a:pt x="41" y="236"/>
                    <a:pt x="561" y="726"/>
                  </a:cubicBezTo>
                  <a:cubicBezTo>
                    <a:pt x="883" y="1014"/>
                    <a:pt x="1088" y="1110"/>
                    <a:pt x="1209" y="1110"/>
                  </a:cubicBezTo>
                  <a:cubicBezTo>
                    <a:pt x="1409" y="1110"/>
                    <a:pt x="1385" y="851"/>
                    <a:pt x="1291" y="757"/>
                  </a:cubicBezTo>
                  <a:cubicBezTo>
                    <a:pt x="855" y="259"/>
                    <a:pt x="396" y="0"/>
                    <a:pt x="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6"/>
            <p:cNvSpPr/>
            <p:nvPr/>
          </p:nvSpPr>
          <p:spPr>
            <a:xfrm>
              <a:off x="6283863" y="3758025"/>
              <a:ext cx="42575" cy="37800"/>
            </a:xfrm>
            <a:custGeom>
              <a:rect b="b" l="l" r="r" t="t"/>
              <a:pathLst>
                <a:path extrusionOk="0" h="1512" w="1703">
                  <a:moveTo>
                    <a:pt x="300" y="1"/>
                  </a:moveTo>
                  <a:cubicBezTo>
                    <a:pt x="254" y="1"/>
                    <a:pt x="215" y="21"/>
                    <a:pt x="182" y="64"/>
                  </a:cubicBezTo>
                  <a:cubicBezTo>
                    <a:pt x="0" y="277"/>
                    <a:pt x="213" y="429"/>
                    <a:pt x="1094" y="1341"/>
                  </a:cubicBezTo>
                  <a:cubicBezTo>
                    <a:pt x="1197" y="1462"/>
                    <a:pt x="1305" y="1512"/>
                    <a:pt x="1395" y="1512"/>
                  </a:cubicBezTo>
                  <a:cubicBezTo>
                    <a:pt x="1597" y="1512"/>
                    <a:pt x="1702" y="1259"/>
                    <a:pt x="1429" y="1006"/>
                  </a:cubicBezTo>
                  <a:cubicBezTo>
                    <a:pt x="879" y="432"/>
                    <a:pt x="514" y="1"/>
                    <a:pt x="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6342738" y="3563375"/>
              <a:ext cx="44200" cy="23650"/>
            </a:xfrm>
            <a:custGeom>
              <a:rect b="b" l="l" r="r" t="t"/>
              <a:pathLst>
                <a:path extrusionOk="0" h="946" w="1768">
                  <a:moveTo>
                    <a:pt x="276" y="1"/>
                  </a:moveTo>
                  <a:cubicBezTo>
                    <a:pt x="115" y="1"/>
                    <a:pt x="1" y="289"/>
                    <a:pt x="168" y="373"/>
                  </a:cubicBezTo>
                  <a:cubicBezTo>
                    <a:pt x="1141" y="829"/>
                    <a:pt x="1019" y="768"/>
                    <a:pt x="1141" y="829"/>
                  </a:cubicBezTo>
                  <a:cubicBezTo>
                    <a:pt x="1291" y="913"/>
                    <a:pt x="1410" y="946"/>
                    <a:pt x="1499" y="946"/>
                  </a:cubicBezTo>
                  <a:cubicBezTo>
                    <a:pt x="1734" y="946"/>
                    <a:pt x="1767" y="718"/>
                    <a:pt x="1657" y="586"/>
                  </a:cubicBezTo>
                  <a:cubicBezTo>
                    <a:pt x="1536" y="464"/>
                    <a:pt x="897" y="251"/>
                    <a:pt x="320" y="8"/>
                  </a:cubicBezTo>
                  <a:cubicBezTo>
                    <a:pt x="305" y="3"/>
                    <a:pt x="290" y="1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6404488" y="3595150"/>
              <a:ext cx="35550" cy="14450"/>
            </a:xfrm>
            <a:custGeom>
              <a:rect b="b" l="l" r="r" t="t"/>
              <a:pathLst>
                <a:path extrusionOk="0" h="578" w="1422">
                  <a:moveTo>
                    <a:pt x="232" y="1"/>
                  </a:moveTo>
                  <a:cubicBezTo>
                    <a:pt x="5" y="1"/>
                    <a:pt x="1" y="354"/>
                    <a:pt x="221" y="409"/>
                  </a:cubicBezTo>
                  <a:cubicBezTo>
                    <a:pt x="251" y="409"/>
                    <a:pt x="859" y="561"/>
                    <a:pt x="889" y="561"/>
                  </a:cubicBezTo>
                  <a:cubicBezTo>
                    <a:pt x="955" y="572"/>
                    <a:pt x="1013" y="578"/>
                    <a:pt x="1064" y="578"/>
                  </a:cubicBezTo>
                  <a:cubicBezTo>
                    <a:pt x="1411" y="578"/>
                    <a:pt x="1421" y="333"/>
                    <a:pt x="1315" y="226"/>
                  </a:cubicBezTo>
                  <a:cubicBezTo>
                    <a:pt x="1254" y="166"/>
                    <a:pt x="1254" y="166"/>
                    <a:pt x="312" y="14"/>
                  </a:cubicBezTo>
                  <a:cubicBezTo>
                    <a:pt x="283" y="5"/>
                    <a:pt x="256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6353563" y="3358425"/>
              <a:ext cx="41250" cy="14850"/>
            </a:xfrm>
            <a:custGeom>
              <a:rect b="b" l="l" r="r" t="t"/>
              <a:pathLst>
                <a:path extrusionOk="0" h="594" w="1650">
                  <a:moveTo>
                    <a:pt x="1091" y="1"/>
                  </a:moveTo>
                  <a:cubicBezTo>
                    <a:pt x="365" y="1"/>
                    <a:pt x="0" y="593"/>
                    <a:pt x="325" y="593"/>
                  </a:cubicBezTo>
                  <a:cubicBezTo>
                    <a:pt x="356" y="593"/>
                    <a:pt x="392" y="588"/>
                    <a:pt x="434" y="577"/>
                  </a:cubicBezTo>
                  <a:cubicBezTo>
                    <a:pt x="1194" y="394"/>
                    <a:pt x="1619" y="577"/>
                    <a:pt x="1650" y="273"/>
                  </a:cubicBezTo>
                  <a:cubicBezTo>
                    <a:pt x="1650" y="212"/>
                    <a:pt x="1559" y="90"/>
                    <a:pt x="1498" y="60"/>
                  </a:cubicBezTo>
                  <a:cubicBezTo>
                    <a:pt x="1353" y="19"/>
                    <a:pt x="1216" y="1"/>
                    <a:pt x="10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6422163" y="3347800"/>
              <a:ext cx="36475" cy="14000"/>
            </a:xfrm>
            <a:custGeom>
              <a:rect b="b" l="l" r="r" t="t"/>
              <a:pathLst>
                <a:path extrusionOk="0" h="560" w="1459">
                  <a:moveTo>
                    <a:pt x="1177" y="0"/>
                  </a:moveTo>
                  <a:cubicBezTo>
                    <a:pt x="1031" y="0"/>
                    <a:pt x="814" y="129"/>
                    <a:pt x="481" y="129"/>
                  </a:cubicBezTo>
                  <a:cubicBezTo>
                    <a:pt x="434" y="129"/>
                    <a:pt x="386" y="126"/>
                    <a:pt x="334" y="120"/>
                  </a:cubicBezTo>
                  <a:cubicBezTo>
                    <a:pt x="320" y="119"/>
                    <a:pt x="306" y="118"/>
                    <a:pt x="293" y="118"/>
                  </a:cubicBezTo>
                  <a:cubicBezTo>
                    <a:pt x="1" y="118"/>
                    <a:pt x="11" y="428"/>
                    <a:pt x="243" y="515"/>
                  </a:cubicBezTo>
                  <a:cubicBezTo>
                    <a:pt x="351" y="546"/>
                    <a:pt x="459" y="560"/>
                    <a:pt x="561" y="560"/>
                  </a:cubicBezTo>
                  <a:cubicBezTo>
                    <a:pt x="1065" y="560"/>
                    <a:pt x="1459" y="236"/>
                    <a:pt x="1307" y="60"/>
                  </a:cubicBezTo>
                  <a:cubicBezTo>
                    <a:pt x="1271" y="16"/>
                    <a:pt x="1228" y="0"/>
                    <a:pt x="1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6"/>
            <p:cNvSpPr/>
            <p:nvPr/>
          </p:nvSpPr>
          <p:spPr>
            <a:xfrm>
              <a:off x="6268538" y="3169575"/>
              <a:ext cx="47350" cy="27825"/>
            </a:xfrm>
            <a:custGeom>
              <a:rect b="b" l="l" r="r" t="t"/>
              <a:pathLst>
                <a:path extrusionOk="0" h="1113" w="1894">
                  <a:moveTo>
                    <a:pt x="1438" y="1"/>
                  </a:moveTo>
                  <a:cubicBezTo>
                    <a:pt x="1393" y="1"/>
                    <a:pt x="1348" y="15"/>
                    <a:pt x="1312" y="46"/>
                  </a:cubicBezTo>
                  <a:cubicBezTo>
                    <a:pt x="1008" y="380"/>
                    <a:pt x="613" y="623"/>
                    <a:pt x="157" y="805"/>
                  </a:cubicBezTo>
                  <a:cubicBezTo>
                    <a:pt x="1" y="884"/>
                    <a:pt x="20" y="1113"/>
                    <a:pt x="297" y="1113"/>
                  </a:cubicBezTo>
                  <a:cubicBezTo>
                    <a:pt x="450" y="1113"/>
                    <a:pt x="683" y="1042"/>
                    <a:pt x="1008" y="836"/>
                  </a:cubicBezTo>
                  <a:cubicBezTo>
                    <a:pt x="1894" y="355"/>
                    <a:pt x="1663" y="1"/>
                    <a:pt x="1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6"/>
            <p:cNvSpPr/>
            <p:nvPr/>
          </p:nvSpPr>
          <p:spPr>
            <a:xfrm>
              <a:off x="6322363" y="3132800"/>
              <a:ext cx="33700" cy="25300"/>
            </a:xfrm>
            <a:custGeom>
              <a:rect b="b" l="l" r="r" t="t"/>
              <a:pathLst>
                <a:path extrusionOk="0" h="1012" w="1348">
                  <a:moveTo>
                    <a:pt x="1078" y="1"/>
                  </a:moveTo>
                  <a:cubicBezTo>
                    <a:pt x="817" y="1"/>
                    <a:pt x="743" y="451"/>
                    <a:pt x="314" y="666"/>
                  </a:cubicBezTo>
                  <a:cubicBezTo>
                    <a:pt x="0" y="822"/>
                    <a:pt x="229" y="1012"/>
                    <a:pt x="549" y="1012"/>
                  </a:cubicBezTo>
                  <a:cubicBezTo>
                    <a:pt x="849" y="1012"/>
                    <a:pt x="1229" y="846"/>
                    <a:pt x="1317" y="331"/>
                  </a:cubicBezTo>
                  <a:cubicBezTo>
                    <a:pt x="1348" y="179"/>
                    <a:pt x="1287" y="58"/>
                    <a:pt x="1196" y="27"/>
                  </a:cubicBezTo>
                  <a:cubicBezTo>
                    <a:pt x="1152" y="9"/>
                    <a:pt x="1114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2" name="Google Shape;392;p36"/>
          <p:cNvSpPr txBox="1"/>
          <p:nvPr>
            <p:ph idx="4294967295" type="ctrTitle"/>
          </p:nvPr>
        </p:nvSpPr>
        <p:spPr>
          <a:xfrm>
            <a:off x="2429925" y="753138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lean and Elegant Portfolio by Slidesgo">
  <a:themeElements>
    <a:clrScheme name="Simple Light">
      <a:dk1>
        <a:srgbClr val="134F5C"/>
      </a:dk1>
      <a:lt1>
        <a:srgbClr val="A2C4C9"/>
      </a:lt1>
      <a:dk2>
        <a:srgbClr val="FFFFFF"/>
      </a:dk2>
      <a:lt2>
        <a:srgbClr val="0C343D"/>
      </a:lt2>
      <a:accent1>
        <a:srgbClr val="265D5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34F5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